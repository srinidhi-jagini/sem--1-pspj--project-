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lex Brush" panose="020B0604020202020204" charset="0"/>
      <p:regular r:id="rId10"/>
    </p:embeddedFont>
    <p:embeddedFont>
      <p:font typeface="Brusher" panose="020B0604020202020204" charset="0"/>
      <p:regular r:id="rId11"/>
    </p:embeddedFont>
    <p:embeddedFont>
      <p:font typeface="Chewy" panose="020B0604020202020204" charset="0"/>
      <p:regular r:id="rId12"/>
    </p:embeddedFont>
    <p:embeddedFont>
      <p:font typeface="Open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9" d="100"/>
          <a:sy n="29" d="100"/>
        </p:scale>
        <p:origin x="245" y="7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9.svg"/><Relationship Id="rId7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0.svg"/><Relationship Id="rId7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0.svg"/><Relationship Id="rId7" Type="http://schemas.openxmlformats.org/officeDocument/2006/relationships/image" Target="../media/image7.svg"/><Relationship Id="rId12" Type="http://schemas.openxmlformats.org/officeDocument/2006/relationships/image" Target="../media/image21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20.png"/><Relationship Id="rId5" Type="http://schemas.openxmlformats.org/officeDocument/2006/relationships/image" Target="../media/image9.svg"/><Relationship Id="rId10" Type="http://schemas.openxmlformats.org/officeDocument/2006/relationships/image" Target="../media/image19.png"/><Relationship Id="rId4" Type="http://schemas.openxmlformats.org/officeDocument/2006/relationships/image" Target="../media/image11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90389">
            <a:off x="15672187" y="7574088"/>
            <a:ext cx="2390527" cy="2499600"/>
          </a:xfrm>
          <a:custGeom>
            <a:avLst/>
            <a:gdLst/>
            <a:ahLst/>
            <a:cxnLst/>
            <a:rect l="l" t="t" r="r" b="b"/>
            <a:pathLst>
              <a:path w="2390527" h="2499600">
                <a:moveTo>
                  <a:pt x="0" y="0"/>
                </a:moveTo>
                <a:lnTo>
                  <a:pt x="2390526" y="0"/>
                </a:lnTo>
                <a:lnTo>
                  <a:pt x="2390526" y="2499600"/>
                </a:lnTo>
                <a:lnTo>
                  <a:pt x="0" y="249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375220" flipH="1">
            <a:off x="12277298" y="8314463"/>
            <a:ext cx="3587335" cy="2263283"/>
          </a:xfrm>
          <a:custGeom>
            <a:avLst/>
            <a:gdLst/>
            <a:ahLst/>
            <a:cxnLst/>
            <a:rect l="l" t="t" r="r" b="b"/>
            <a:pathLst>
              <a:path w="3587335" h="2263283">
                <a:moveTo>
                  <a:pt x="3587336" y="0"/>
                </a:moveTo>
                <a:lnTo>
                  <a:pt x="0" y="0"/>
                </a:lnTo>
                <a:lnTo>
                  <a:pt x="0" y="2263283"/>
                </a:lnTo>
                <a:lnTo>
                  <a:pt x="3587336" y="2263283"/>
                </a:lnTo>
                <a:lnTo>
                  <a:pt x="35873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207995">
            <a:off x="14276242" y="9052886"/>
            <a:ext cx="2270154" cy="1225883"/>
          </a:xfrm>
          <a:custGeom>
            <a:avLst/>
            <a:gdLst/>
            <a:ahLst/>
            <a:cxnLst/>
            <a:rect l="l" t="t" r="r" b="b"/>
            <a:pathLst>
              <a:path w="2270154" h="1225883">
                <a:moveTo>
                  <a:pt x="0" y="0"/>
                </a:moveTo>
                <a:lnTo>
                  <a:pt x="2270154" y="0"/>
                </a:lnTo>
                <a:lnTo>
                  <a:pt x="2270154" y="1225884"/>
                </a:lnTo>
                <a:lnTo>
                  <a:pt x="0" y="1225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2700000">
            <a:off x="13202278" y="-516149"/>
            <a:ext cx="5169767" cy="4060617"/>
          </a:xfrm>
          <a:custGeom>
            <a:avLst/>
            <a:gdLst/>
            <a:ahLst/>
            <a:cxnLst/>
            <a:rect l="l" t="t" r="r" b="b"/>
            <a:pathLst>
              <a:path w="5169767" h="4060617">
                <a:moveTo>
                  <a:pt x="0" y="0"/>
                </a:moveTo>
                <a:lnTo>
                  <a:pt x="5169767" y="0"/>
                </a:lnTo>
                <a:lnTo>
                  <a:pt x="5169767" y="4060617"/>
                </a:lnTo>
                <a:lnTo>
                  <a:pt x="0" y="4060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3650877" flipH="1">
            <a:off x="-220504" y="-113869"/>
            <a:ext cx="4145443" cy="3256057"/>
          </a:xfrm>
          <a:custGeom>
            <a:avLst/>
            <a:gdLst/>
            <a:ahLst/>
            <a:cxnLst/>
            <a:rect l="l" t="t" r="r" b="b"/>
            <a:pathLst>
              <a:path w="4145443" h="3256057">
                <a:moveTo>
                  <a:pt x="4145443" y="0"/>
                </a:moveTo>
                <a:lnTo>
                  <a:pt x="0" y="0"/>
                </a:lnTo>
                <a:lnTo>
                  <a:pt x="0" y="3256057"/>
                </a:lnTo>
                <a:lnTo>
                  <a:pt x="4145443" y="3256057"/>
                </a:lnTo>
                <a:lnTo>
                  <a:pt x="41454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318884" y="2843781"/>
            <a:ext cx="5292136" cy="5032340"/>
          </a:xfrm>
          <a:custGeom>
            <a:avLst/>
            <a:gdLst/>
            <a:ahLst/>
            <a:cxnLst/>
            <a:rect l="l" t="t" r="r" b="b"/>
            <a:pathLst>
              <a:path w="5292136" h="5032340">
                <a:moveTo>
                  <a:pt x="0" y="0"/>
                </a:moveTo>
                <a:lnTo>
                  <a:pt x="5292136" y="0"/>
                </a:lnTo>
                <a:lnTo>
                  <a:pt x="5292136" y="5032340"/>
                </a:lnTo>
                <a:lnTo>
                  <a:pt x="0" y="5032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2371792" y="958839"/>
            <a:ext cx="15813057" cy="324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</a:pPr>
            <a:r>
              <a:rPr lang="en-US" sz="8124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Weekly Meal Planner</a:t>
            </a:r>
          </a:p>
          <a:p>
            <a:pPr algn="ctr">
              <a:lnSpc>
                <a:spcPts val="8449"/>
              </a:lnSpc>
            </a:pPr>
            <a:r>
              <a:rPr lang="en-US" sz="8124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&amp;</a:t>
            </a:r>
          </a:p>
          <a:p>
            <a:pPr algn="ctr">
              <a:lnSpc>
                <a:spcPts val="8449"/>
              </a:lnSpc>
            </a:pPr>
            <a:r>
              <a:rPr lang="en-US" sz="8124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Grocery Generator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4153" y="5404113"/>
            <a:ext cx="8224732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6"/>
              </a:lnSpc>
            </a:pPr>
            <a:r>
              <a:rPr lang="en-US" sz="5338">
                <a:solidFill>
                  <a:srgbClr val="000000"/>
                </a:solidFill>
                <a:latin typeface="Alex Brush"/>
                <a:ea typeface="Alex Brush"/>
                <a:cs typeface="Alex Brush"/>
                <a:sym typeface="Alex Brush"/>
              </a:rPr>
              <a:t>A Java console program</a:t>
            </a:r>
          </a:p>
          <a:p>
            <a:pPr algn="ctr">
              <a:lnSpc>
                <a:spcPts val="4382"/>
              </a:lnSpc>
            </a:pPr>
            <a:endParaRPr lang="en-US" sz="5338">
              <a:solidFill>
                <a:srgbClr val="000000"/>
              </a:solidFill>
              <a:latin typeface="Alex Brush"/>
              <a:ea typeface="Alex Brush"/>
              <a:cs typeface="Alex Brush"/>
              <a:sym typeface="Alex Brush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29202" y="7969801"/>
            <a:ext cx="6267209" cy="240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319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- - - - - - - - - - - - - - - - - - - - - - - - - - </a:t>
            </a:r>
          </a:p>
          <a:p>
            <a:pPr algn="ctr">
              <a:lnSpc>
                <a:spcPts val="3828"/>
              </a:lnSpc>
            </a:pPr>
            <a:r>
              <a:rPr lang="en-US" sz="319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</a:t>
            </a:r>
          </a:p>
          <a:p>
            <a:pPr algn="ctr">
              <a:lnSpc>
                <a:spcPts val="3828"/>
              </a:lnSpc>
            </a:pPr>
            <a:r>
              <a:rPr lang="en-US" sz="319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Sai Srinidhi -2620030217</a:t>
            </a:r>
          </a:p>
          <a:p>
            <a:pPr algn="ctr">
              <a:lnSpc>
                <a:spcPts val="3828"/>
              </a:lnSpc>
            </a:pPr>
            <a:r>
              <a:rPr lang="en-US" sz="319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R.Dakshitha-2620080004</a:t>
            </a:r>
          </a:p>
          <a:p>
            <a:pPr algn="l">
              <a:lnSpc>
                <a:spcPts val="3828"/>
              </a:lnSpc>
              <a:spcBef>
                <a:spcPct val="0"/>
              </a:spcBef>
            </a:pPr>
            <a:r>
              <a:rPr lang="en-US" sz="319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- - - - - - - - - - - - - - - - - - - - - - - - - -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431958" y="5143500"/>
            <a:ext cx="734217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74135" y="5143500"/>
            <a:ext cx="544750" cy="14396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804592" y="6530032"/>
            <a:ext cx="7514292" cy="3406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431958" y="5143500"/>
            <a:ext cx="372635" cy="13865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0836" y="-819400"/>
            <a:ext cx="3310792" cy="2110630"/>
          </a:xfrm>
          <a:custGeom>
            <a:avLst/>
            <a:gdLst/>
            <a:ahLst/>
            <a:cxnLst/>
            <a:rect l="l" t="t" r="r" b="b"/>
            <a:pathLst>
              <a:path w="3310792" h="2110630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4318883">
            <a:off x="-1907347" y="2009534"/>
            <a:ext cx="3456470" cy="3041323"/>
          </a:xfrm>
          <a:custGeom>
            <a:avLst/>
            <a:gdLst/>
            <a:ahLst/>
            <a:cxnLst/>
            <a:rect l="l" t="t" r="r" b="b"/>
            <a:pathLst>
              <a:path w="3456470" h="3041323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191489" y="5767876"/>
            <a:ext cx="2220189" cy="2619692"/>
          </a:xfrm>
          <a:custGeom>
            <a:avLst/>
            <a:gdLst/>
            <a:ahLst/>
            <a:cxnLst/>
            <a:rect l="l" t="t" r="r" b="b"/>
            <a:pathLst>
              <a:path w="2220189" h="2619692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489285" y="8980197"/>
            <a:ext cx="3982597" cy="3751079"/>
          </a:xfrm>
          <a:custGeom>
            <a:avLst/>
            <a:gdLst/>
            <a:ahLst/>
            <a:cxnLst/>
            <a:rect l="l" t="t" r="r" b="b"/>
            <a:pathLst>
              <a:path w="3982597" h="3751079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336885" y="9132597"/>
            <a:ext cx="3982597" cy="3751079"/>
          </a:xfrm>
          <a:custGeom>
            <a:avLst/>
            <a:gdLst/>
            <a:ahLst/>
            <a:cxnLst/>
            <a:rect l="l" t="t" r="r" b="b"/>
            <a:pathLst>
              <a:path w="3982597" h="3751079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036463">
            <a:off x="16885501" y="2973631"/>
            <a:ext cx="4172562" cy="3671407"/>
          </a:xfrm>
          <a:custGeom>
            <a:avLst/>
            <a:gdLst/>
            <a:ahLst/>
            <a:cxnLst/>
            <a:rect l="l" t="t" r="r" b="b"/>
            <a:pathLst>
              <a:path w="4172562" h="3671407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67786" y="7809398"/>
            <a:ext cx="2703995" cy="4535002"/>
          </a:xfrm>
          <a:custGeom>
            <a:avLst/>
            <a:gdLst/>
            <a:ahLst/>
            <a:cxnLst/>
            <a:rect l="l" t="t" r="r" b="b"/>
            <a:pathLst>
              <a:path w="2703995" h="4535002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392404" y="-1921324"/>
            <a:ext cx="2579378" cy="3842649"/>
          </a:xfrm>
          <a:custGeom>
            <a:avLst/>
            <a:gdLst/>
            <a:ahLst/>
            <a:cxnLst/>
            <a:rect l="l" t="t" r="r" b="b"/>
            <a:pathLst>
              <a:path w="2579378" h="3842649">
                <a:moveTo>
                  <a:pt x="0" y="0"/>
                </a:moveTo>
                <a:lnTo>
                  <a:pt x="2579378" y="0"/>
                </a:lnTo>
                <a:lnTo>
                  <a:pt x="2579378" y="3842648"/>
                </a:lnTo>
                <a:lnTo>
                  <a:pt x="0" y="3842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56152" y="2540946"/>
            <a:ext cx="17575696" cy="7859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3736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Planning weekly meals and tracking raw grocery items manually is time-consuming, budget limit, and prone to errors. A lightweight Java console application that automates weekly menu customization and grocery list generation.</a:t>
            </a:r>
          </a:p>
          <a:p>
            <a:pPr algn="l">
              <a:lnSpc>
                <a:spcPts val="4483"/>
              </a:lnSpc>
            </a:pPr>
            <a:endParaRPr lang="en-US" sz="3736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06637" lvl="1" indent="-403319" algn="l">
              <a:lnSpc>
                <a:spcPts val="4483"/>
              </a:lnSpc>
              <a:buFont typeface="Arial"/>
              <a:buChar char="•"/>
            </a:pPr>
            <a:r>
              <a:rPr lang="en-US" sz="3736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Plan breakfast, lunch and dinner for every day of the week.</a:t>
            </a:r>
          </a:p>
          <a:p>
            <a:pPr algn="ctr">
              <a:lnSpc>
                <a:spcPts val="4243"/>
              </a:lnSpc>
            </a:pPr>
            <a:endParaRPr lang="en-US" sz="3736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06637" lvl="1" indent="-403319" algn="l">
              <a:lnSpc>
                <a:spcPts val="4483"/>
              </a:lnSpc>
              <a:buFont typeface="Arial"/>
              <a:buChar char="•"/>
            </a:pPr>
            <a:r>
              <a:rPr lang="en-US" sz="3736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Arrays store the days, meal options.</a:t>
            </a:r>
          </a:p>
          <a:p>
            <a:pPr algn="l">
              <a:lnSpc>
                <a:spcPts val="4243"/>
              </a:lnSpc>
              <a:spcBef>
                <a:spcPct val="0"/>
              </a:spcBef>
            </a:pPr>
            <a:endParaRPr lang="en-US" sz="3736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06637" lvl="1" indent="-403319" algn="l">
              <a:lnSpc>
                <a:spcPts val="4483"/>
              </a:lnSpc>
              <a:buFont typeface="Arial"/>
              <a:buChar char="•"/>
            </a:pPr>
            <a:r>
              <a:rPr lang="en-US" sz="3736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Loops and switch-case drive the menu and ingredient logic.</a:t>
            </a:r>
          </a:p>
          <a:p>
            <a:pPr algn="ctr">
              <a:lnSpc>
                <a:spcPts val="4243"/>
              </a:lnSpc>
              <a:spcBef>
                <a:spcPct val="0"/>
              </a:spcBef>
            </a:pPr>
            <a:endParaRPr lang="en-US" sz="3736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06637" lvl="1" indent="-403319" algn="l">
              <a:lnSpc>
                <a:spcPts val="4483"/>
              </a:lnSpc>
              <a:buFont typeface="Arial"/>
              <a:buChar char="•"/>
            </a:pPr>
            <a:r>
              <a:rPr lang="en-US" sz="3736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Ternary and logical operators validate each input.</a:t>
            </a:r>
          </a:p>
          <a:p>
            <a:pPr algn="l">
              <a:lnSpc>
                <a:spcPts val="4483"/>
              </a:lnSpc>
            </a:pPr>
            <a:endParaRPr lang="en-US" sz="3736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06637" lvl="1" indent="-403319" algn="l">
              <a:lnSpc>
                <a:spcPts val="4483"/>
              </a:lnSpc>
              <a:buFont typeface="Arial"/>
              <a:buChar char="•"/>
            </a:pPr>
            <a:r>
              <a:rPr lang="en-US" sz="3736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Ends with a complete grocery list for the chosen meals.</a:t>
            </a:r>
          </a:p>
          <a:p>
            <a:pPr algn="ctr">
              <a:lnSpc>
                <a:spcPts val="3495"/>
              </a:lnSpc>
              <a:spcBef>
                <a:spcPct val="0"/>
              </a:spcBef>
            </a:pPr>
            <a:endParaRPr lang="en-US" sz="3736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6662" y="1019175"/>
            <a:ext cx="15494675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ABSTRACT: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53570" y="842639"/>
            <a:ext cx="3784283" cy="1698308"/>
            <a:chOff x="0" y="0"/>
            <a:chExt cx="5045710" cy="2264410"/>
          </a:xfrm>
        </p:grpSpPr>
        <p:sp>
          <p:nvSpPr>
            <p:cNvPr id="13" name="Freeform 13"/>
            <p:cNvSpPr/>
            <p:nvPr/>
          </p:nvSpPr>
          <p:spPr>
            <a:xfrm>
              <a:off x="49030" y="50004"/>
              <a:ext cx="4945736" cy="2163395"/>
            </a:xfrm>
            <a:custGeom>
              <a:avLst/>
              <a:gdLst/>
              <a:ahLst/>
              <a:cxnLst/>
              <a:rect l="l" t="t" r="r" b="b"/>
              <a:pathLst>
                <a:path w="4945736" h="2163395">
                  <a:moveTo>
                    <a:pt x="4782050" y="43976"/>
                  </a:moveTo>
                  <a:cubicBezTo>
                    <a:pt x="4928100" y="643416"/>
                    <a:pt x="4940800" y="747556"/>
                    <a:pt x="4944610" y="833916"/>
                  </a:cubicBezTo>
                  <a:cubicBezTo>
                    <a:pt x="4947150" y="899956"/>
                    <a:pt x="4945880" y="949486"/>
                    <a:pt x="4935720" y="1007906"/>
                  </a:cubicBezTo>
                  <a:cubicBezTo>
                    <a:pt x="4925560" y="1071406"/>
                    <a:pt x="4905240" y="1137446"/>
                    <a:pt x="4881110" y="1202216"/>
                  </a:cubicBezTo>
                  <a:cubicBezTo>
                    <a:pt x="4855710" y="1272066"/>
                    <a:pt x="4821420" y="1345726"/>
                    <a:pt x="4782050" y="1410496"/>
                  </a:cubicBezTo>
                  <a:cubicBezTo>
                    <a:pt x="4743950" y="1473996"/>
                    <a:pt x="4693150" y="1538766"/>
                    <a:pt x="4649970" y="1590836"/>
                  </a:cubicBezTo>
                  <a:cubicBezTo>
                    <a:pt x="4613140" y="1634016"/>
                    <a:pt x="4581390" y="1670846"/>
                    <a:pt x="4542020" y="1705136"/>
                  </a:cubicBezTo>
                  <a:cubicBezTo>
                    <a:pt x="4503920" y="1739426"/>
                    <a:pt x="4462010" y="1769906"/>
                    <a:pt x="4416290" y="1795306"/>
                  </a:cubicBezTo>
                  <a:cubicBezTo>
                    <a:pt x="4370570" y="1821976"/>
                    <a:pt x="4332470" y="1842296"/>
                    <a:pt x="4271510" y="1861346"/>
                  </a:cubicBezTo>
                  <a:cubicBezTo>
                    <a:pt x="4178800" y="1890556"/>
                    <a:pt x="4022590" y="1917226"/>
                    <a:pt x="3907020" y="1931196"/>
                  </a:cubicBezTo>
                  <a:cubicBezTo>
                    <a:pt x="3805420" y="1942626"/>
                    <a:pt x="3754620" y="1941356"/>
                    <a:pt x="3614920" y="1943896"/>
                  </a:cubicBezTo>
                  <a:cubicBezTo>
                    <a:pt x="3259320" y="1947706"/>
                    <a:pt x="2188710" y="1913416"/>
                    <a:pt x="1725160" y="1913416"/>
                  </a:cubicBezTo>
                  <a:cubicBezTo>
                    <a:pt x="1457190" y="1913416"/>
                    <a:pt x="1265420" y="1909606"/>
                    <a:pt x="1088890" y="1922306"/>
                  </a:cubicBezTo>
                  <a:cubicBezTo>
                    <a:pt x="960620" y="1931196"/>
                    <a:pt x="886960" y="1937546"/>
                    <a:pt x="758690" y="1962946"/>
                  </a:cubicBezTo>
                  <a:cubicBezTo>
                    <a:pt x="570730" y="2002316"/>
                    <a:pt x="173220" y="2157256"/>
                    <a:pt x="72890" y="2162336"/>
                  </a:cubicBezTo>
                  <a:cubicBezTo>
                    <a:pt x="46220" y="2163606"/>
                    <a:pt x="33520" y="2161066"/>
                    <a:pt x="20820" y="2152176"/>
                  </a:cubicBezTo>
                  <a:cubicBezTo>
                    <a:pt x="10660" y="2145826"/>
                    <a:pt x="3040" y="2134396"/>
                    <a:pt x="1770" y="2121696"/>
                  </a:cubicBezTo>
                  <a:cubicBezTo>
                    <a:pt x="-770" y="2107726"/>
                    <a:pt x="5580" y="2081056"/>
                    <a:pt x="14470" y="2069626"/>
                  </a:cubicBezTo>
                  <a:cubicBezTo>
                    <a:pt x="20820" y="2059466"/>
                    <a:pt x="34790" y="2054386"/>
                    <a:pt x="46220" y="2051846"/>
                  </a:cubicBezTo>
                  <a:cubicBezTo>
                    <a:pt x="57650" y="2049306"/>
                    <a:pt x="71620" y="2051846"/>
                    <a:pt x="81780" y="2056926"/>
                  </a:cubicBezTo>
                  <a:cubicBezTo>
                    <a:pt x="91940" y="2062006"/>
                    <a:pt x="102100" y="2072166"/>
                    <a:pt x="108450" y="2082326"/>
                  </a:cubicBezTo>
                  <a:cubicBezTo>
                    <a:pt x="113530" y="2092486"/>
                    <a:pt x="116070" y="2106456"/>
                    <a:pt x="112260" y="2119156"/>
                  </a:cubicBezTo>
                  <a:cubicBezTo>
                    <a:pt x="108450" y="2133126"/>
                    <a:pt x="93210" y="2154716"/>
                    <a:pt x="79240" y="2159796"/>
                  </a:cubicBezTo>
                  <a:cubicBezTo>
                    <a:pt x="65270" y="2166146"/>
                    <a:pt x="38600" y="2163606"/>
                    <a:pt x="25900" y="2155986"/>
                  </a:cubicBezTo>
                  <a:cubicBezTo>
                    <a:pt x="14470" y="2150906"/>
                    <a:pt x="6850" y="2138206"/>
                    <a:pt x="3040" y="2128046"/>
                  </a:cubicBezTo>
                  <a:cubicBezTo>
                    <a:pt x="-770" y="2116616"/>
                    <a:pt x="-770" y="2102646"/>
                    <a:pt x="1770" y="2091216"/>
                  </a:cubicBezTo>
                  <a:cubicBezTo>
                    <a:pt x="5580" y="2079786"/>
                    <a:pt x="9390" y="2072166"/>
                    <a:pt x="23360" y="2062006"/>
                  </a:cubicBezTo>
                  <a:cubicBezTo>
                    <a:pt x="70350" y="2027716"/>
                    <a:pt x="274820" y="1978186"/>
                    <a:pt x="398010" y="1942626"/>
                  </a:cubicBezTo>
                  <a:cubicBezTo>
                    <a:pt x="516120" y="1908336"/>
                    <a:pt x="629150" y="1872776"/>
                    <a:pt x="744720" y="1849916"/>
                  </a:cubicBezTo>
                  <a:cubicBezTo>
                    <a:pt x="857750" y="1828326"/>
                    <a:pt x="951730" y="1816896"/>
                    <a:pt x="1083810" y="1808006"/>
                  </a:cubicBezTo>
                  <a:cubicBezTo>
                    <a:pt x="1264150" y="1795306"/>
                    <a:pt x="1455920" y="1799116"/>
                    <a:pt x="1727700" y="1799116"/>
                  </a:cubicBezTo>
                  <a:cubicBezTo>
                    <a:pt x="2189980" y="1799116"/>
                    <a:pt x="3261860" y="1833406"/>
                    <a:pt x="3609840" y="1828326"/>
                  </a:cubicBezTo>
                  <a:cubicBezTo>
                    <a:pt x="3744460" y="1827056"/>
                    <a:pt x="3806690" y="1824516"/>
                    <a:pt x="3889240" y="1816896"/>
                  </a:cubicBezTo>
                  <a:cubicBezTo>
                    <a:pt x="3955280" y="1810546"/>
                    <a:pt x="4009890" y="1800386"/>
                    <a:pt x="4067040" y="1788956"/>
                  </a:cubicBezTo>
                  <a:cubicBezTo>
                    <a:pt x="4121650" y="1778796"/>
                    <a:pt x="4174990" y="1769906"/>
                    <a:pt x="4224520" y="1754666"/>
                  </a:cubicBezTo>
                  <a:cubicBezTo>
                    <a:pt x="4268970" y="1740696"/>
                    <a:pt x="4310880" y="1722916"/>
                    <a:pt x="4350250" y="1700056"/>
                  </a:cubicBezTo>
                  <a:cubicBezTo>
                    <a:pt x="4388350" y="1679736"/>
                    <a:pt x="4425180" y="1654336"/>
                    <a:pt x="4458200" y="1625126"/>
                  </a:cubicBezTo>
                  <a:cubicBezTo>
                    <a:pt x="4493760" y="1594646"/>
                    <a:pt x="4522970" y="1560356"/>
                    <a:pt x="4557260" y="1520986"/>
                  </a:cubicBezTo>
                  <a:cubicBezTo>
                    <a:pt x="4596630" y="1473996"/>
                    <a:pt x="4642350" y="1418116"/>
                    <a:pt x="4677910" y="1359696"/>
                  </a:cubicBezTo>
                  <a:cubicBezTo>
                    <a:pt x="4713470" y="1301276"/>
                    <a:pt x="4745220" y="1231426"/>
                    <a:pt x="4769350" y="1169196"/>
                  </a:cubicBezTo>
                  <a:cubicBezTo>
                    <a:pt x="4790940" y="1113316"/>
                    <a:pt x="4809990" y="1057436"/>
                    <a:pt x="4818880" y="1001556"/>
                  </a:cubicBezTo>
                  <a:cubicBezTo>
                    <a:pt x="4827770" y="949486"/>
                    <a:pt x="4827770" y="905036"/>
                    <a:pt x="4825230" y="844076"/>
                  </a:cubicBezTo>
                  <a:cubicBezTo>
                    <a:pt x="4822690" y="761526"/>
                    <a:pt x="4811260" y="663736"/>
                    <a:pt x="4790940" y="555786"/>
                  </a:cubicBezTo>
                  <a:cubicBezTo>
                    <a:pt x="4763000" y="412276"/>
                    <a:pt x="4658860" y="140496"/>
                    <a:pt x="4660130" y="65566"/>
                  </a:cubicBezTo>
                  <a:cubicBezTo>
                    <a:pt x="4660130" y="43976"/>
                    <a:pt x="4665210" y="35086"/>
                    <a:pt x="4674100" y="23656"/>
                  </a:cubicBezTo>
                  <a:cubicBezTo>
                    <a:pt x="4681720" y="12226"/>
                    <a:pt x="4698230" y="3336"/>
                    <a:pt x="4712200" y="796"/>
                  </a:cubicBezTo>
                  <a:cubicBezTo>
                    <a:pt x="4724900" y="-1744"/>
                    <a:pt x="4743950" y="2066"/>
                    <a:pt x="4755380" y="8416"/>
                  </a:cubicBezTo>
                  <a:cubicBezTo>
                    <a:pt x="4766810" y="16036"/>
                    <a:pt x="4782050" y="43976"/>
                    <a:pt x="4782050" y="43976"/>
                  </a:cubicBezTo>
                </a:path>
              </a:pathLst>
            </a:custGeom>
            <a:solidFill>
              <a:srgbClr val="F47E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036463">
            <a:off x="16885501" y="2973631"/>
            <a:ext cx="4172562" cy="3671407"/>
          </a:xfrm>
          <a:custGeom>
            <a:avLst/>
            <a:gdLst/>
            <a:ahLst/>
            <a:cxnLst/>
            <a:rect l="l" t="t" r="r" b="b"/>
            <a:pathLst>
              <a:path w="4172562" h="3671407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489285" y="8980197"/>
            <a:ext cx="3982597" cy="3751079"/>
          </a:xfrm>
          <a:custGeom>
            <a:avLst/>
            <a:gdLst/>
            <a:ahLst/>
            <a:cxnLst/>
            <a:rect l="l" t="t" r="r" b="b"/>
            <a:pathLst>
              <a:path w="3982597" h="3751079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67786" y="7809398"/>
            <a:ext cx="2703995" cy="4535002"/>
          </a:xfrm>
          <a:custGeom>
            <a:avLst/>
            <a:gdLst/>
            <a:ahLst/>
            <a:cxnLst/>
            <a:rect l="l" t="t" r="r" b="b"/>
            <a:pathLst>
              <a:path w="2703995" h="4535002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670587" y="-1895890"/>
            <a:ext cx="2579378" cy="3842649"/>
          </a:xfrm>
          <a:custGeom>
            <a:avLst/>
            <a:gdLst/>
            <a:ahLst/>
            <a:cxnLst/>
            <a:rect l="l" t="t" r="r" b="b"/>
            <a:pathLst>
              <a:path w="2579378" h="3842649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4318883">
            <a:off x="-1907347" y="2009534"/>
            <a:ext cx="3456470" cy="3041323"/>
          </a:xfrm>
          <a:custGeom>
            <a:avLst/>
            <a:gdLst/>
            <a:ahLst/>
            <a:cxnLst/>
            <a:rect l="l" t="t" r="r" b="b"/>
            <a:pathLst>
              <a:path w="3456470" h="3041323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500836" y="-819400"/>
            <a:ext cx="3310792" cy="2110630"/>
          </a:xfrm>
          <a:custGeom>
            <a:avLst/>
            <a:gdLst/>
            <a:ahLst/>
            <a:cxnLst/>
            <a:rect l="l" t="t" r="r" b="b"/>
            <a:pathLst>
              <a:path w="3310792" h="2110630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1191489" y="5767876"/>
            <a:ext cx="2220189" cy="2619692"/>
          </a:xfrm>
          <a:custGeom>
            <a:avLst/>
            <a:gdLst/>
            <a:ahLst/>
            <a:cxnLst/>
            <a:rect l="l" t="t" r="r" b="b"/>
            <a:pathLst>
              <a:path w="2220189" h="2619692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1336885" y="9132597"/>
            <a:ext cx="3982597" cy="3751079"/>
          </a:xfrm>
          <a:custGeom>
            <a:avLst/>
            <a:gdLst/>
            <a:ahLst/>
            <a:cxnLst/>
            <a:rect l="l" t="t" r="r" b="b"/>
            <a:pathLst>
              <a:path w="3982597" h="3751079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50474" y="1157880"/>
            <a:ext cx="4783900" cy="937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 dirty="0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INTRODUCTION: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9598" y="2540946"/>
            <a:ext cx="17640678" cy="899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7-day meal organization and shopping preparation. Meal planning is an essential part of everyday life, helping individuals and families save time, reduce stress, and maintain a balanced diet. Traditionally, meal planning is done manually, which can be repetitive, error-prone, and inconvenient.</a:t>
            </a:r>
          </a:p>
          <a:p>
            <a:pPr algn="l">
              <a:lnSpc>
                <a:spcPts val="4439"/>
              </a:lnSpc>
            </a:pPr>
            <a:endParaRPr lang="en-US" sz="3699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Allows users to select meals for each day of the week.</a:t>
            </a:r>
          </a:p>
          <a:p>
            <a:pPr algn="l">
              <a:lnSpc>
                <a:spcPts val="4439"/>
              </a:lnSpc>
            </a:pPr>
            <a:endParaRPr lang="en-US" sz="3699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Automatically generates a weekly meal plan.</a:t>
            </a:r>
          </a:p>
          <a:p>
            <a:pPr algn="l">
              <a:lnSpc>
                <a:spcPts val="4439"/>
              </a:lnSpc>
            </a:pPr>
            <a:endParaRPr lang="en-US" sz="3699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Produces a grocery list based on chosen meals.</a:t>
            </a:r>
          </a:p>
          <a:p>
            <a:pPr algn="l">
              <a:lnSpc>
                <a:spcPts val="4439"/>
              </a:lnSpc>
            </a:pPr>
            <a:endParaRPr lang="en-US" sz="3699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This highlights the practical use of arrays, loops, conditional statements, and user input handling in Java.</a:t>
            </a:r>
          </a:p>
          <a:p>
            <a:pPr algn="l">
              <a:lnSpc>
                <a:spcPts val="4439"/>
              </a:lnSpc>
            </a:pPr>
            <a:endParaRPr lang="en-US" sz="3699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algn="ctr">
              <a:lnSpc>
                <a:spcPts val="4439"/>
              </a:lnSpc>
            </a:pPr>
            <a:endParaRPr lang="en-US" sz="3699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algn="ctr">
              <a:lnSpc>
                <a:spcPts val="4439"/>
              </a:lnSpc>
              <a:spcBef>
                <a:spcPct val="0"/>
              </a:spcBef>
            </a:pPr>
            <a:endParaRPr lang="en-US" sz="3699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920422" y="834210"/>
            <a:ext cx="5217795" cy="1584960"/>
            <a:chOff x="0" y="0"/>
            <a:chExt cx="6957060" cy="2113280"/>
          </a:xfrm>
        </p:grpSpPr>
        <p:sp>
          <p:nvSpPr>
            <p:cNvPr id="13" name="Freeform 13"/>
            <p:cNvSpPr/>
            <p:nvPr/>
          </p:nvSpPr>
          <p:spPr>
            <a:xfrm>
              <a:off x="50703" y="46990"/>
              <a:ext cx="6855912" cy="2018916"/>
            </a:xfrm>
            <a:custGeom>
              <a:avLst/>
              <a:gdLst/>
              <a:ahLst/>
              <a:cxnLst/>
              <a:rect l="l" t="t" r="r" b="b"/>
              <a:pathLst>
                <a:path w="6855912" h="2018916">
                  <a:moveTo>
                    <a:pt x="6632037" y="31750"/>
                  </a:moveTo>
                  <a:cubicBezTo>
                    <a:pt x="6807297" y="383540"/>
                    <a:pt x="6819997" y="447040"/>
                    <a:pt x="6832697" y="519430"/>
                  </a:cubicBezTo>
                  <a:cubicBezTo>
                    <a:pt x="6846667" y="596900"/>
                    <a:pt x="6858097" y="679450"/>
                    <a:pt x="6855557" y="760730"/>
                  </a:cubicBezTo>
                  <a:cubicBezTo>
                    <a:pt x="6851747" y="842010"/>
                    <a:pt x="6837777" y="925830"/>
                    <a:pt x="6813647" y="1008380"/>
                  </a:cubicBezTo>
                  <a:cubicBezTo>
                    <a:pt x="6789517" y="1094740"/>
                    <a:pt x="6748877" y="1192530"/>
                    <a:pt x="6706967" y="1266190"/>
                  </a:cubicBezTo>
                  <a:cubicBezTo>
                    <a:pt x="6670137" y="1330960"/>
                    <a:pt x="6628227" y="1379220"/>
                    <a:pt x="6582507" y="1432560"/>
                  </a:cubicBezTo>
                  <a:cubicBezTo>
                    <a:pt x="6535517" y="1487170"/>
                    <a:pt x="6487257" y="1540510"/>
                    <a:pt x="6428837" y="1588770"/>
                  </a:cubicBezTo>
                  <a:cubicBezTo>
                    <a:pt x="6365337" y="1642110"/>
                    <a:pt x="6298027" y="1685290"/>
                    <a:pt x="6210397" y="1734820"/>
                  </a:cubicBezTo>
                  <a:cubicBezTo>
                    <a:pt x="6091017" y="1799590"/>
                    <a:pt x="5933537" y="1888490"/>
                    <a:pt x="5772247" y="1934210"/>
                  </a:cubicBezTo>
                  <a:cubicBezTo>
                    <a:pt x="5594447" y="1986280"/>
                    <a:pt x="5356957" y="2001520"/>
                    <a:pt x="5185507" y="2012950"/>
                  </a:cubicBezTo>
                  <a:cubicBezTo>
                    <a:pt x="5053427" y="2023110"/>
                    <a:pt x="4965797" y="2018030"/>
                    <a:pt x="4831177" y="2014220"/>
                  </a:cubicBezTo>
                  <a:cubicBezTo>
                    <a:pt x="4657187" y="2010410"/>
                    <a:pt x="4471767" y="2002790"/>
                    <a:pt x="4227927" y="1985010"/>
                  </a:cubicBezTo>
                  <a:cubicBezTo>
                    <a:pt x="3854547" y="1959610"/>
                    <a:pt x="3237327" y="1880870"/>
                    <a:pt x="2808067" y="1855470"/>
                  </a:cubicBezTo>
                  <a:cubicBezTo>
                    <a:pt x="2455007" y="1833880"/>
                    <a:pt x="2131157" y="1831340"/>
                    <a:pt x="1837787" y="1828800"/>
                  </a:cubicBezTo>
                  <a:cubicBezTo>
                    <a:pt x="1595217" y="1827530"/>
                    <a:pt x="1389477" y="1824990"/>
                    <a:pt x="1171037" y="1838960"/>
                  </a:cubicBezTo>
                  <a:cubicBezTo>
                    <a:pt x="958947" y="1850390"/>
                    <a:pt x="743047" y="1879600"/>
                    <a:pt x="548737" y="1903730"/>
                  </a:cubicBezTo>
                  <a:cubicBezTo>
                    <a:pt x="377287" y="1924050"/>
                    <a:pt x="134717" y="1973580"/>
                    <a:pt x="66137" y="1972310"/>
                  </a:cubicBezTo>
                  <a:cubicBezTo>
                    <a:pt x="47087" y="1972310"/>
                    <a:pt x="39467" y="1972310"/>
                    <a:pt x="29307" y="1965960"/>
                  </a:cubicBezTo>
                  <a:cubicBezTo>
                    <a:pt x="17877" y="1957070"/>
                    <a:pt x="2637" y="1936750"/>
                    <a:pt x="97" y="1920240"/>
                  </a:cubicBezTo>
                  <a:cubicBezTo>
                    <a:pt x="-1173" y="1905000"/>
                    <a:pt x="10257" y="1882140"/>
                    <a:pt x="21687" y="1871980"/>
                  </a:cubicBezTo>
                  <a:cubicBezTo>
                    <a:pt x="30577" y="1863090"/>
                    <a:pt x="43277" y="1858010"/>
                    <a:pt x="55977" y="1858010"/>
                  </a:cubicBezTo>
                  <a:cubicBezTo>
                    <a:pt x="69947" y="1859280"/>
                    <a:pt x="94077" y="1869440"/>
                    <a:pt x="104237" y="1882140"/>
                  </a:cubicBezTo>
                  <a:cubicBezTo>
                    <a:pt x="113127" y="1894840"/>
                    <a:pt x="115667" y="1920240"/>
                    <a:pt x="111857" y="1935480"/>
                  </a:cubicBezTo>
                  <a:cubicBezTo>
                    <a:pt x="108047" y="1946910"/>
                    <a:pt x="97887" y="1957070"/>
                    <a:pt x="88997" y="1963420"/>
                  </a:cubicBezTo>
                  <a:cubicBezTo>
                    <a:pt x="78837" y="1969770"/>
                    <a:pt x="64867" y="1974850"/>
                    <a:pt x="53437" y="1972310"/>
                  </a:cubicBezTo>
                  <a:cubicBezTo>
                    <a:pt x="38197" y="1969770"/>
                    <a:pt x="15337" y="1958340"/>
                    <a:pt x="7717" y="1944370"/>
                  </a:cubicBezTo>
                  <a:cubicBezTo>
                    <a:pt x="97" y="1930400"/>
                    <a:pt x="-1173" y="1905000"/>
                    <a:pt x="6447" y="1891030"/>
                  </a:cubicBezTo>
                  <a:cubicBezTo>
                    <a:pt x="12797" y="1877060"/>
                    <a:pt x="25497" y="1869440"/>
                    <a:pt x="49627" y="1859280"/>
                  </a:cubicBezTo>
                  <a:cubicBezTo>
                    <a:pt x="122017" y="1828800"/>
                    <a:pt x="363317" y="1811020"/>
                    <a:pt x="537307" y="1789430"/>
                  </a:cubicBezTo>
                  <a:cubicBezTo>
                    <a:pt x="734157" y="1765300"/>
                    <a:pt x="955137" y="1736090"/>
                    <a:pt x="1169767" y="1724660"/>
                  </a:cubicBezTo>
                  <a:cubicBezTo>
                    <a:pt x="1389477" y="1710690"/>
                    <a:pt x="1595217" y="1713230"/>
                    <a:pt x="1840327" y="1714500"/>
                  </a:cubicBezTo>
                  <a:cubicBezTo>
                    <a:pt x="2134967" y="1717040"/>
                    <a:pt x="2461357" y="1719580"/>
                    <a:pt x="2816957" y="1741170"/>
                  </a:cubicBezTo>
                  <a:cubicBezTo>
                    <a:pt x="3246217" y="1766570"/>
                    <a:pt x="3862167" y="1845310"/>
                    <a:pt x="4234277" y="1870710"/>
                  </a:cubicBezTo>
                  <a:cubicBezTo>
                    <a:pt x="4475577" y="1888490"/>
                    <a:pt x="4659727" y="1896110"/>
                    <a:pt x="4831177" y="1899920"/>
                  </a:cubicBezTo>
                  <a:cubicBezTo>
                    <a:pt x="4960717" y="1903730"/>
                    <a:pt x="5045807" y="1907540"/>
                    <a:pt x="5174077" y="1899920"/>
                  </a:cubicBezTo>
                  <a:cubicBezTo>
                    <a:pt x="5336637" y="1888490"/>
                    <a:pt x="5560157" y="1875790"/>
                    <a:pt x="5729067" y="1828800"/>
                  </a:cubicBezTo>
                  <a:cubicBezTo>
                    <a:pt x="5881467" y="1784350"/>
                    <a:pt x="6035137" y="1699260"/>
                    <a:pt x="6146897" y="1638300"/>
                  </a:cubicBezTo>
                  <a:cubicBezTo>
                    <a:pt x="6228177" y="1593850"/>
                    <a:pt x="6287867" y="1555750"/>
                    <a:pt x="6347557" y="1507490"/>
                  </a:cubicBezTo>
                  <a:cubicBezTo>
                    <a:pt x="6402167" y="1463040"/>
                    <a:pt x="6446617" y="1410970"/>
                    <a:pt x="6489797" y="1362710"/>
                  </a:cubicBezTo>
                  <a:cubicBezTo>
                    <a:pt x="6530437" y="1315720"/>
                    <a:pt x="6567267" y="1276350"/>
                    <a:pt x="6600287" y="1220470"/>
                  </a:cubicBezTo>
                  <a:cubicBezTo>
                    <a:pt x="6638387" y="1154430"/>
                    <a:pt x="6675217" y="1065530"/>
                    <a:pt x="6698077" y="988060"/>
                  </a:cubicBezTo>
                  <a:cubicBezTo>
                    <a:pt x="6719667" y="915670"/>
                    <a:pt x="6733637" y="843280"/>
                    <a:pt x="6736177" y="769620"/>
                  </a:cubicBezTo>
                  <a:cubicBezTo>
                    <a:pt x="6739987" y="697230"/>
                    <a:pt x="6728557" y="618490"/>
                    <a:pt x="6715857" y="549910"/>
                  </a:cubicBezTo>
                  <a:cubicBezTo>
                    <a:pt x="6704427" y="485140"/>
                    <a:pt x="6695537" y="431800"/>
                    <a:pt x="6670137" y="365760"/>
                  </a:cubicBezTo>
                  <a:cubicBezTo>
                    <a:pt x="6635847" y="279400"/>
                    <a:pt x="6527897" y="132080"/>
                    <a:pt x="6516467" y="77470"/>
                  </a:cubicBezTo>
                  <a:cubicBezTo>
                    <a:pt x="6512657" y="57150"/>
                    <a:pt x="6515197" y="45720"/>
                    <a:pt x="6521547" y="33020"/>
                  </a:cubicBezTo>
                  <a:cubicBezTo>
                    <a:pt x="6527897" y="21590"/>
                    <a:pt x="6541867" y="8890"/>
                    <a:pt x="6554567" y="3810"/>
                  </a:cubicBezTo>
                  <a:cubicBezTo>
                    <a:pt x="6567267" y="-1270"/>
                    <a:pt x="6586317" y="-1270"/>
                    <a:pt x="6599017" y="3810"/>
                  </a:cubicBezTo>
                  <a:cubicBezTo>
                    <a:pt x="6611717" y="7620"/>
                    <a:pt x="6632037" y="31750"/>
                    <a:pt x="6632037" y="31750"/>
                  </a:cubicBezTo>
                </a:path>
              </a:pathLst>
            </a:custGeom>
            <a:solidFill>
              <a:srgbClr val="F47E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2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8361" y="8787765"/>
            <a:ext cx="3402110" cy="3204337"/>
          </a:xfrm>
          <a:custGeom>
            <a:avLst/>
            <a:gdLst/>
            <a:ahLst/>
            <a:cxnLst/>
            <a:rect l="l" t="t" r="r" b="b"/>
            <a:pathLst>
              <a:path w="3402110" h="3204337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1892596" y="-3681644"/>
            <a:ext cx="2808543" cy="4710344"/>
          </a:xfrm>
          <a:custGeom>
            <a:avLst/>
            <a:gdLst/>
            <a:ahLst/>
            <a:cxnLst/>
            <a:rect l="l" t="t" r="r" b="b"/>
            <a:pathLst>
              <a:path w="2808543" h="4710344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21216" y="9140190"/>
            <a:ext cx="4370544" cy="1811789"/>
          </a:xfrm>
          <a:custGeom>
            <a:avLst/>
            <a:gdLst/>
            <a:ahLst/>
            <a:cxnLst/>
            <a:rect l="l" t="t" r="r" b="b"/>
            <a:pathLst>
              <a:path w="4370544" h="1811789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060629" y="-2180022"/>
            <a:ext cx="4397342" cy="3869189"/>
          </a:xfrm>
          <a:custGeom>
            <a:avLst/>
            <a:gdLst/>
            <a:ahLst/>
            <a:cxnLst/>
            <a:rect l="l" t="t" r="r" b="b"/>
            <a:pathLst>
              <a:path w="4397342" h="3869189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33392" y="412444"/>
            <a:ext cx="3129007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 dirty="0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EXISTING: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31128" y="36207"/>
            <a:ext cx="3845242" cy="1695450"/>
            <a:chOff x="0" y="0"/>
            <a:chExt cx="5126990" cy="2260600"/>
          </a:xfrm>
        </p:grpSpPr>
        <p:sp>
          <p:nvSpPr>
            <p:cNvPr id="8" name="Freeform 8"/>
            <p:cNvSpPr/>
            <p:nvPr/>
          </p:nvSpPr>
          <p:spPr>
            <a:xfrm>
              <a:off x="50005" y="50692"/>
              <a:ext cx="5036020" cy="2163842"/>
            </a:xfrm>
            <a:custGeom>
              <a:avLst/>
              <a:gdLst/>
              <a:ahLst/>
              <a:cxnLst/>
              <a:rect l="l" t="t" r="r" b="b"/>
              <a:pathLst>
                <a:path w="5036020" h="2163842">
                  <a:moveTo>
                    <a:pt x="42705" y="2000358"/>
                  </a:moveTo>
                  <a:cubicBezTo>
                    <a:pt x="413545" y="1888598"/>
                    <a:pt x="469425" y="1875898"/>
                    <a:pt x="543085" y="1864468"/>
                  </a:cubicBezTo>
                  <a:cubicBezTo>
                    <a:pt x="630715" y="1850498"/>
                    <a:pt x="704375" y="1837798"/>
                    <a:pt x="832645" y="1835258"/>
                  </a:cubicBezTo>
                  <a:cubicBezTo>
                    <a:pt x="1090455" y="1831448"/>
                    <a:pt x="1607345" y="1868278"/>
                    <a:pt x="1992155" y="1903838"/>
                  </a:cubicBezTo>
                  <a:cubicBezTo>
                    <a:pt x="2378235" y="1938128"/>
                    <a:pt x="2887505" y="2029568"/>
                    <a:pt x="3146585" y="2044808"/>
                  </a:cubicBezTo>
                  <a:cubicBezTo>
                    <a:pt x="3276125" y="2052428"/>
                    <a:pt x="3345975" y="2047348"/>
                    <a:pt x="3441225" y="2044808"/>
                  </a:cubicBezTo>
                  <a:cubicBezTo>
                    <a:pt x="3530125" y="2043538"/>
                    <a:pt x="3621565" y="2040998"/>
                    <a:pt x="3701575" y="2033378"/>
                  </a:cubicBezTo>
                  <a:cubicBezTo>
                    <a:pt x="3770155" y="2025758"/>
                    <a:pt x="3826035" y="2018138"/>
                    <a:pt x="3892075" y="2004168"/>
                  </a:cubicBezTo>
                  <a:cubicBezTo>
                    <a:pt x="3964465" y="1988928"/>
                    <a:pt x="4045745" y="1968608"/>
                    <a:pt x="4116865" y="1943208"/>
                  </a:cubicBezTo>
                  <a:cubicBezTo>
                    <a:pt x="4186715" y="1920348"/>
                    <a:pt x="4254025" y="1893678"/>
                    <a:pt x="4317525" y="1859388"/>
                  </a:cubicBezTo>
                  <a:cubicBezTo>
                    <a:pt x="4383565" y="1822558"/>
                    <a:pt x="4448335" y="1778108"/>
                    <a:pt x="4506755" y="1728578"/>
                  </a:cubicBezTo>
                  <a:cubicBezTo>
                    <a:pt x="4565175" y="1680318"/>
                    <a:pt x="4622325" y="1621898"/>
                    <a:pt x="4669315" y="1568558"/>
                  </a:cubicBezTo>
                  <a:cubicBezTo>
                    <a:pt x="4709955" y="1521568"/>
                    <a:pt x="4741705" y="1480928"/>
                    <a:pt x="4773455" y="1430128"/>
                  </a:cubicBezTo>
                  <a:cubicBezTo>
                    <a:pt x="4806475" y="1372978"/>
                    <a:pt x="4839495" y="1309478"/>
                    <a:pt x="4862355" y="1243438"/>
                  </a:cubicBezTo>
                  <a:cubicBezTo>
                    <a:pt x="4886485" y="1171048"/>
                    <a:pt x="4901725" y="1099928"/>
                    <a:pt x="4910615" y="1012298"/>
                  </a:cubicBezTo>
                  <a:cubicBezTo>
                    <a:pt x="4923315" y="901808"/>
                    <a:pt x="4928395" y="732898"/>
                    <a:pt x="4911885" y="627488"/>
                  </a:cubicBezTo>
                  <a:cubicBezTo>
                    <a:pt x="4900455" y="552558"/>
                    <a:pt x="4881405" y="510648"/>
                    <a:pt x="4849655" y="438258"/>
                  </a:cubicBezTo>
                  <a:cubicBezTo>
                    <a:pt x="4805205" y="332848"/>
                    <a:pt x="4661695" y="127108"/>
                    <a:pt x="4651535" y="67418"/>
                  </a:cubicBezTo>
                  <a:cubicBezTo>
                    <a:pt x="4647725" y="49638"/>
                    <a:pt x="4651535" y="40748"/>
                    <a:pt x="4656615" y="30588"/>
                  </a:cubicBezTo>
                  <a:cubicBezTo>
                    <a:pt x="4661695" y="20428"/>
                    <a:pt x="4671855" y="10268"/>
                    <a:pt x="4683285" y="5188"/>
                  </a:cubicBezTo>
                  <a:cubicBezTo>
                    <a:pt x="4697255" y="108"/>
                    <a:pt x="4722655" y="1378"/>
                    <a:pt x="4736625" y="7728"/>
                  </a:cubicBezTo>
                  <a:cubicBezTo>
                    <a:pt x="4748055" y="12808"/>
                    <a:pt x="4756945" y="24238"/>
                    <a:pt x="4760755" y="35668"/>
                  </a:cubicBezTo>
                  <a:cubicBezTo>
                    <a:pt x="4764565" y="49638"/>
                    <a:pt x="4762025" y="76308"/>
                    <a:pt x="4755675" y="89008"/>
                  </a:cubicBezTo>
                  <a:cubicBezTo>
                    <a:pt x="4749325" y="99168"/>
                    <a:pt x="4737895" y="108058"/>
                    <a:pt x="4726465" y="110598"/>
                  </a:cubicBezTo>
                  <a:cubicBezTo>
                    <a:pt x="4712495" y="114408"/>
                    <a:pt x="4685825" y="110598"/>
                    <a:pt x="4673125" y="102978"/>
                  </a:cubicBezTo>
                  <a:cubicBezTo>
                    <a:pt x="4662965" y="96628"/>
                    <a:pt x="4655345" y="85198"/>
                    <a:pt x="4652805" y="72498"/>
                  </a:cubicBezTo>
                  <a:cubicBezTo>
                    <a:pt x="4650265" y="58528"/>
                    <a:pt x="4654075" y="33128"/>
                    <a:pt x="4664235" y="20428"/>
                  </a:cubicBezTo>
                  <a:cubicBezTo>
                    <a:pt x="4674395" y="8998"/>
                    <a:pt x="4697255" y="-1162"/>
                    <a:pt x="4713765" y="108"/>
                  </a:cubicBezTo>
                  <a:cubicBezTo>
                    <a:pt x="4729005" y="1378"/>
                    <a:pt x="4740435" y="11538"/>
                    <a:pt x="4758215" y="30588"/>
                  </a:cubicBezTo>
                  <a:cubicBezTo>
                    <a:pt x="4806475" y="82658"/>
                    <a:pt x="4913155" y="293478"/>
                    <a:pt x="4958875" y="403968"/>
                  </a:cubicBezTo>
                  <a:cubicBezTo>
                    <a:pt x="4993165" y="483978"/>
                    <a:pt x="5013485" y="536048"/>
                    <a:pt x="5026185" y="621138"/>
                  </a:cubicBezTo>
                  <a:cubicBezTo>
                    <a:pt x="5042695" y="736708"/>
                    <a:pt x="5036345" y="915778"/>
                    <a:pt x="5022375" y="1036428"/>
                  </a:cubicBezTo>
                  <a:cubicBezTo>
                    <a:pt x="5012215" y="1132948"/>
                    <a:pt x="4993165" y="1212958"/>
                    <a:pt x="4965225" y="1291698"/>
                  </a:cubicBezTo>
                  <a:cubicBezTo>
                    <a:pt x="4939825" y="1366628"/>
                    <a:pt x="4902995" y="1436478"/>
                    <a:pt x="4864895" y="1498708"/>
                  </a:cubicBezTo>
                  <a:cubicBezTo>
                    <a:pt x="4829335" y="1554588"/>
                    <a:pt x="4793775" y="1599038"/>
                    <a:pt x="4749325" y="1649838"/>
                  </a:cubicBezTo>
                  <a:cubicBezTo>
                    <a:pt x="4698525" y="1706988"/>
                    <a:pt x="4636295" y="1771758"/>
                    <a:pt x="4571525" y="1823828"/>
                  </a:cubicBezTo>
                  <a:cubicBezTo>
                    <a:pt x="4506755" y="1875898"/>
                    <a:pt x="4434365" y="1925428"/>
                    <a:pt x="4363245" y="1964798"/>
                  </a:cubicBezTo>
                  <a:cubicBezTo>
                    <a:pt x="4293395" y="2001628"/>
                    <a:pt x="4221005" y="2028298"/>
                    <a:pt x="4147345" y="2053698"/>
                  </a:cubicBezTo>
                  <a:cubicBezTo>
                    <a:pt x="4069875" y="2080368"/>
                    <a:pt x="3986055" y="2101958"/>
                    <a:pt x="3909855" y="2117198"/>
                  </a:cubicBezTo>
                  <a:cubicBezTo>
                    <a:pt x="3840005" y="2131168"/>
                    <a:pt x="3791745" y="2140058"/>
                    <a:pt x="3706655" y="2147678"/>
                  </a:cubicBezTo>
                  <a:cubicBezTo>
                    <a:pt x="3564415" y="2159108"/>
                    <a:pt x="3357405" y="2170538"/>
                    <a:pt x="3133885" y="2159108"/>
                  </a:cubicBezTo>
                  <a:cubicBezTo>
                    <a:pt x="2816385" y="2142598"/>
                    <a:pt x="2366805" y="2052428"/>
                    <a:pt x="1983265" y="2018138"/>
                  </a:cubicBezTo>
                  <a:cubicBezTo>
                    <a:pt x="1602265" y="1985118"/>
                    <a:pt x="1089185" y="1950828"/>
                    <a:pt x="840265" y="1954638"/>
                  </a:cubicBezTo>
                  <a:cubicBezTo>
                    <a:pt x="718345" y="1957178"/>
                    <a:pt x="651035" y="1967338"/>
                    <a:pt x="568485" y="1980038"/>
                  </a:cubicBezTo>
                  <a:cubicBezTo>
                    <a:pt x="498635" y="1990198"/>
                    <a:pt x="446565" y="2004168"/>
                    <a:pt x="375445" y="2023218"/>
                  </a:cubicBezTo>
                  <a:cubicBezTo>
                    <a:pt x="284005" y="2048618"/>
                    <a:pt x="123985" y="2121008"/>
                    <a:pt x="68105" y="2122278"/>
                  </a:cubicBezTo>
                  <a:cubicBezTo>
                    <a:pt x="46515" y="2122278"/>
                    <a:pt x="36355" y="2118468"/>
                    <a:pt x="24925" y="2109578"/>
                  </a:cubicBezTo>
                  <a:cubicBezTo>
                    <a:pt x="13495" y="2101958"/>
                    <a:pt x="4605" y="2085448"/>
                    <a:pt x="795" y="2072748"/>
                  </a:cubicBezTo>
                  <a:cubicBezTo>
                    <a:pt x="-1745" y="2058778"/>
                    <a:pt x="2065" y="2040998"/>
                    <a:pt x="8415" y="2028298"/>
                  </a:cubicBezTo>
                  <a:cubicBezTo>
                    <a:pt x="16035" y="2016868"/>
                    <a:pt x="42705" y="2000358"/>
                    <a:pt x="42705" y="2000358"/>
                  </a:cubicBezTo>
                </a:path>
              </a:pathLst>
            </a:custGeom>
            <a:solidFill>
              <a:srgbClr val="FAEFC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93569" y="1689167"/>
            <a:ext cx="17735306" cy="1123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Describes the current/manual way of doing things (meal planning without automation).</a:t>
            </a: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Manual meal planning (time-consuming, prone to errors).</a:t>
            </a:r>
          </a:p>
          <a:p>
            <a:pPr algn="ctr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Grocery shopping becomes inefficient because ingredients are not mapped to meals in advance.</a:t>
            </a:r>
          </a:p>
          <a:p>
            <a:pPr algn="ctr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No automatic grocery list generation.</a:t>
            </a: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Limited flexibility in tracking weekly meals.</a:t>
            </a: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No default options are suggested when a person forgets to choose.</a:t>
            </a: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798821" lvl="1" indent="-399411" algn="l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Users must manually prepare a list, which can lead to missing items or duplicates.</a:t>
            </a: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algn="l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algn="ctr">
              <a:lnSpc>
                <a:spcPts val="4439"/>
              </a:lnSpc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algn="ctr">
              <a:lnSpc>
                <a:spcPts val="4439"/>
              </a:lnSpc>
              <a:spcBef>
                <a:spcPct val="0"/>
              </a:spcBef>
            </a:pPr>
            <a:endParaRPr lang="en-US" sz="3699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2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8361" y="8787765"/>
            <a:ext cx="3402110" cy="3204337"/>
          </a:xfrm>
          <a:custGeom>
            <a:avLst/>
            <a:gdLst/>
            <a:ahLst/>
            <a:cxnLst/>
            <a:rect l="l" t="t" r="r" b="b"/>
            <a:pathLst>
              <a:path w="3402110" h="3204337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1892596" y="-3681644"/>
            <a:ext cx="2808543" cy="4710344"/>
          </a:xfrm>
          <a:custGeom>
            <a:avLst/>
            <a:gdLst/>
            <a:ahLst/>
            <a:cxnLst/>
            <a:rect l="l" t="t" r="r" b="b"/>
            <a:pathLst>
              <a:path w="2808543" h="4710344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21216" y="9140190"/>
            <a:ext cx="4370544" cy="1811789"/>
          </a:xfrm>
          <a:custGeom>
            <a:avLst/>
            <a:gdLst/>
            <a:ahLst/>
            <a:cxnLst/>
            <a:rect l="l" t="t" r="r" b="b"/>
            <a:pathLst>
              <a:path w="4370544" h="1811789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060629" y="-2180022"/>
            <a:ext cx="4397342" cy="3869189"/>
          </a:xfrm>
          <a:custGeom>
            <a:avLst/>
            <a:gdLst/>
            <a:ahLst/>
            <a:cxnLst/>
            <a:rect l="l" t="t" r="r" b="b"/>
            <a:pathLst>
              <a:path w="4397342" h="3869189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76881" y="864053"/>
            <a:ext cx="3376102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 dirty="0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PROPOSED: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38921" y="628195"/>
            <a:ext cx="3845242" cy="1695450"/>
            <a:chOff x="0" y="0"/>
            <a:chExt cx="5126990" cy="2260600"/>
          </a:xfrm>
        </p:grpSpPr>
        <p:sp>
          <p:nvSpPr>
            <p:cNvPr id="8" name="Freeform 8"/>
            <p:cNvSpPr/>
            <p:nvPr/>
          </p:nvSpPr>
          <p:spPr>
            <a:xfrm>
              <a:off x="50005" y="50692"/>
              <a:ext cx="5036020" cy="2163842"/>
            </a:xfrm>
            <a:custGeom>
              <a:avLst/>
              <a:gdLst/>
              <a:ahLst/>
              <a:cxnLst/>
              <a:rect l="l" t="t" r="r" b="b"/>
              <a:pathLst>
                <a:path w="5036020" h="2163842">
                  <a:moveTo>
                    <a:pt x="42705" y="2000358"/>
                  </a:moveTo>
                  <a:cubicBezTo>
                    <a:pt x="413545" y="1888598"/>
                    <a:pt x="469425" y="1875898"/>
                    <a:pt x="543085" y="1864468"/>
                  </a:cubicBezTo>
                  <a:cubicBezTo>
                    <a:pt x="630715" y="1850498"/>
                    <a:pt x="704375" y="1837798"/>
                    <a:pt x="832645" y="1835258"/>
                  </a:cubicBezTo>
                  <a:cubicBezTo>
                    <a:pt x="1090455" y="1831448"/>
                    <a:pt x="1607345" y="1868278"/>
                    <a:pt x="1992155" y="1903838"/>
                  </a:cubicBezTo>
                  <a:cubicBezTo>
                    <a:pt x="2378235" y="1938128"/>
                    <a:pt x="2887505" y="2029568"/>
                    <a:pt x="3146585" y="2044808"/>
                  </a:cubicBezTo>
                  <a:cubicBezTo>
                    <a:pt x="3276125" y="2052428"/>
                    <a:pt x="3345975" y="2047348"/>
                    <a:pt x="3441225" y="2044808"/>
                  </a:cubicBezTo>
                  <a:cubicBezTo>
                    <a:pt x="3530125" y="2043538"/>
                    <a:pt x="3621565" y="2040998"/>
                    <a:pt x="3701575" y="2033378"/>
                  </a:cubicBezTo>
                  <a:cubicBezTo>
                    <a:pt x="3770155" y="2025758"/>
                    <a:pt x="3826035" y="2018138"/>
                    <a:pt x="3892075" y="2004168"/>
                  </a:cubicBezTo>
                  <a:cubicBezTo>
                    <a:pt x="3964465" y="1988928"/>
                    <a:pt x="4045745" y="1968608"/>
                    <a:pt x="4116865" y="1943208"/>
                  </a:cubicBezTo>
                  <a:cubicBezTo>
                    <a:pt x="4186715" y="1920348"/>
                    <a:pt x="4254025" y="1893678"/>
                    <a:pt x="4317525" y="1859388"/>
                  </a:cubicBezTo>
                  <a:cubicBezTo>
                    <a:pt x="4383565" y="1822558"/>
                    <a:pt x="4448335" y="1778108"/>
                    <a:pt x="4506755" y="1728578"/>
                  </a:cubicBezTo>
                  <a:cubicBezTo>
                    <a:pt x="4565175" y="1680318"/>
                    <a:pt x="4622325" y="1621898"/>
                    <a:pt x="4669315" y="1568558"/>
                  </a:cubicBezTo>
                  <a:cubicBezTo>
                    <a:pt x="4709955" y="1521568"/>
                    <a:pt x="4741705" y="1480928"/>
                    <a:pt x="4773455" y="1430128"/>
                  </a:cubicBezTo>
                  <a:cubicBezTo>
                    <a:pt x="4806475" y="1372978"/>
                    <a:pt x="4839495" y="1309478"/>
                    <a:pt x="4862355" y="1243438"/>
                  </a:cubicBezTo>
                  <a:cubicBezTo>
                    <a:pt x="4886485" y="1171048"/>
                    <a:pt x="4901725" y="1099928"/>
                    <a:pt x="4910615" y="1012298"/>
                  </a:cubicBezTo>
                  <a:cubicBezTo>
                    <a:pt x="4923315" y="901808"/>
                    <a:pt x="4928395" y="732898"/>
                    <a:pt x="4911885" y="627488"/>
                  </a:cubicBezTo>
                  <a:cubicBezTo>
                    <a:pt x="4900455" y="552558"/>
                    <a:pt x="4881405" y="510648"/>
                    <a:pt x="4849655" y="438258"/>
                  </a:cubicBezTo>
                  <a:cubicBezTo>
                    <a:pt x="4805205" y="332848"/>
                    <a:pt x="4661695" y="127108"/>
                    <a:pt x="4651535" y="67418"/>
                  </a:cubicBezTo>
                  <a:cubicBezTo>
                    <a:pt x="4647725" y="49638"/>
                    <a:pt x="4651535" y="40748"/>
                    <a:pt x="4656615" y="30588"/>
                  </a:cubicBezTo>
                  <a:cubicBezTo>
                    <a:pt x="4661695" y="20428"/>
                    <a:pt x="4671855" y="10268"/>
                    <a:pt x="4683285" y="5188"/>
                  </a:cubicBezTo>
                  <a:cubicBezTo>
                    <a:pt x="4697255" y="108"/>
                    <a:pt x="4722655" y="1378"/>
                    <a:pt x="4736625" y="7728"/>
                  </a:cubicBezTo>
                  <a:cubicBezTo>
                    <a:pt x="4748055" y="12808"/>
                    <a:pt x="4756945" y="24238"/>
                    <a:pt x="4760755" y="35668"/>
                  </a:cubicBezTo>
                  <a:cubicBezTo>
                    <a:pt x="4764565" y="49638"/>
                    <a:pt x="4762025" y="76308"/>
                    <a:pt x="4755675" y="89008"/>
                  </a:cubicBezTo>
                  <a:cubicBezTo>
                    <a:pt x="4749325" y="99168"/>
                    <a:pt x="4737895" y="108058"/>
                    <a:pt x="4726465" y="110598"/>
                  </a:cubicBezTo>
                  <a:cubicBezTo>
                    <a:pt x="4712495" y="114408"/>
                    <a:pt x="4685825" y="110598"/>
                    <a:pt x="4673125" y="102978"/>
                  </a:cubicBezTo>
                  <a:cubicBezTo>
                    <a:pt x="4662965" y="96628"/>
                    <a:pt x="4655345" y="85198"/>
                    <a:pt x="4652805" y="72498"/>
                  </a:cubicBezTo>
                  <a:cubicBezTo>
                    <a:pt x="4650265" y="58528"/>
                    <a:pt x="4654075" y="33128"/>
                    <a:pt x="4664235" y="20428"/>
                  </a:cubicBezTo>
                  <a:cubicBezTo>
                    <a:pt x="4674395" y="8998"/>
                    <a:pt x="4697255" y="-1162"/>
                    <a:pt x="4713765" y="108"/>
                  </a:cubicBezTo>
                  <a:cubicBezTo>
                    <a:pt x="4729005" y="1378"/>
                    <a:pt x="4740435" y="11538"/>
                    <a:pt x="4758215" y="30588"/>
                  </a:cubicBezTo>
                  <a:cubicBezTo>
                    <a:pt x="4806475" y="82658"/>
                    <a:pt x="4913155" y="293478"/>
                    <a:pt x="4958875" y="403968"/>
                  </a:cubicBezTo>
                  <a:cubicBezTo>
                    <a:pt x="4993165" y="483978"/>
                    <a:pt x="5013485" y="536048"/>
                    <a:pt x="5026185" y="621138"/>
                  </a:cubicBezTo>
                  <a:cubicBezTo>
                    <a:pt x="5042695" y="736708"/>
                    <a:pt x="5036345" y="915778"/>
                    <a:pt x="5022375" y="1036428"/>
                  </a:cubicBezTo>
                  <a:cubicBezTo>
                    <a:pt x="5012215" y="1132948"/>
                    <a:pt x="4993165" y="1212958"/>
                    <a:pt x="4965225" y="1291698"/>
                  </a:cubicBezTo>
                  <a:cubicBezTo>
                    <a:pt x="4939825" y="1366628"/>
                    <a:pt x="4902995" y="1436478"/>
                    <a:pt x="4864895" y="1498708"/>
                  </a:cubicBezTo>
                  <a:cubicBezTo>
                    <a:pt x="4829335" y="1554588"/>
                    <a:pt x="4793775" y="1599038"/>
                    <a:pt x="4749325" y="1649838"/>
                  </a:cubicBezTo>
                  <a:cubicBezTo>
                    <a:pt x="4698525" y="1706988"/>
                    <a:pt x="4636295" y="1771758"/>
                    <a:pt x="4571525" y="1823828"/>
                  </a:cubicBezTo>
                  <a:cubicBezTo>
                    <a:pt x="4506755" y="1875898"/>
                    <a:pt x="4434365" y="1925428"/>
                    <a:pt x="4363245" y="1964798"/>
                  </a:cubicBezTo>
                  <a:cubicBezTo>
                    <a:pt x="4293395" y="2001628"/>
                    <a:pt x="4221005" y="2028298"/>
                    <a:pt x="4147345" y="2053698"/>
                  </a:cubicBezTo>
                  <a:cubicBezTo>
                    <a:pt x="4069875" y="2080368"/>
                    <a:pt x="3986055" y="2101958"/>
                    <a:pt x="3909855" y="2117198"/>
                  </a:cubicBezTo>
                  <a:cubicBezTo>
                    <a:pt x="3840005" y="2131168"/>
                    <a:pt x="3791745" y="2140058"/>
                    <a:pt x="3706655" y="2147678"/>
                  </a:cubicBezTo>
                  <a:cubicBezTo>
                    <a:pt x="3564415" y="2159108"/>
                    <a:pt x="3357405" y="2170538"/>
                    <a:pt x="3133885" y="2159108"/>
                  </a:cubicBezTo>
                  <a:cubicBezTo>
                    <a:pt x="2816385" y="2142598"/>
                    <a:pt x="2366805" y="2052428"/>
                    <a:pt x="1983265" y="2018138"/>
                  </a:cubicBezTo>
                  <a:cubicBezTo>
                    <a:pt x="1602265" y="1985118"/>
                    <a:pt x="1089185" y="1950828"/>
                    <a:pt x="840265" y="1954638"/>
                  </a:cubicBezTo>
                  <a:cubicBezTo>
                    <a:pt x="718345" y="1957178"/>
                    <a:pt x="651035" y="1967338"/>
                    <a:pt x="568485" y="1980038"/>
                  </a:cubicBezTo>
                  <a:cubicBezTo>
                    <a:pt x="498635" y="1990198"/>
                    <a:pt x="446565" y="2004168"/>
                    <a:pt x="375445" y="2023218"/>
                  </a:cubicBezTo>
                  <a:cubicBezTo>
                    <a:pt x="284005" y="2048618"/>
                    <a:pt x="123985" y="2121008"/>
                    <a:pt x="68105" y="2122278"/>
                  </a:cubicBezTo>
                  <a:cubicBezTo>
                    <a:pt x="46515" y="2122278"/>
                    <a:pt x="36355" y="2118468"/>
                    <a:pt x="24925" y="2109578"/>
                  </a:cubicBezTo>
                  <a:cubicBezTo>
                    <a:pt x="13495" y="2101958"/>
                    <a:pt x="4605" y="2085448"/>
                    <a:pt x="795" y="2072748"/>
                  </a:cubicBezTo>
                  <a:cubicBezTo>
                    <a:pt x="-1745" y="2058778"/>
                    <a:pt x="2065" y="2040998"/>
                    <a:pt x="8415" y="2028298"/>
                  </a:cubicBezTo>
                  <a:cubicBezTo>
                    <a:pt x="16035" y="2016868"/>
                    <a:pt x="42705" y="2000358"/>
                    <a:pt x="42705" y="2000358"/>
                  </a:cubicBezTo>
                </a:path>
              </a:pathLst>
            </a:custGeom>
            <a:solidFill>
              <a:srgbClr val="FAEFC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3474" y="2484369"/>
            <a:ext cx="18114526" cy="690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8"/>
              </a:lnSpc>
            </a:pPr>
            <a:r>
              <a:rPr lang="en-US" sz="3765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Describes the new approach you are </a:t>
            </a:r>
            <a:r>
              <a:rPr lang="en-US" sz="3765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suggesting (our </a:t>
            </a:r>
            <a:r>
              <a:rPr lang="en-US" sz="3765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program), which solves the problems of the existing system.</a:t>
            </a:r>
          </a:p>
          <a:p>
            <a:pPr algn="l">
              <a:lnSpc>
                <a:spcPts val="4638"/>
              </a:lnSpc>
            </a:pPr>
            <a:endParaRPr lang="en-US" sz="3765" dirty="0">
              <a:solidFill>
                <a:srgbClr val="000000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34502" lvl="1" indent="-417251" algn="l">
              <a:lnSpc>
                <a:spcPts val="4638"/>
              </a:lnSpc>
              <a:buFont typeface="Arial"/>
              <a:buChar char="•"/>
            </a:pPr>
            <a:r>
              <a:rPr lang="en-US" sz="3865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Operators: </a:t>
            </a:r>
            <a:r>
              <a:rPr lang="en-US" sz="3865" dirty="0">
                <a:solidFill>
                  <a:srgbClr val="737373"/>
                </a:solidFill>
                <a:latin typeface="Chewy"/>
                <a:ea typeface="Chewy"/>
                <a:cs typeface="Chewy"/>
                <a:sym typeface="Chewy"/>
              </a:rPr>
              <a:t>Ternary operator for default choices, logical &amp; relational operators for validation.</a:t>
            </a:r>
          </a:p>
          <a:p>
            <a:pPr algn="l">
              <a:lnSpc>
                <a:spcPts val="4518"/>
              </a:lnSpc>
            </a:pPr>
            <a:endParaRPr lang="en-US" sz="3865" dirty="0">
              <a:solidFill>
                <a:srgbClr val="737373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12912" lvl="1" indent="-406456" algn="l">
              <a:lnSpc>
                <a:spcPts val="4518"/>
              </a:lnSpc>
              <a:buFont typeface="Arial"/>
              <a:buChar char="•"/>
            </a:pPr>
            <a:r>
              <a:rPr lang="en-US" sz="3765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Control Statements: </a:t>
            </a:r>
            <a:r>
              <a:rPr lang="en-US" sz="3765" dirty="0">
                <a:solidFill>
                  <a:srgbClr val="737373"/>
                </a:solidFill>
                <a:latin typeface="Chewy"/>
                <a:ea typeface="Chewy"/>
                <a:cs typeface="Chewy"/>
                <a:sym typeface="Chewy"/>
              </a:rPr>
              <a:t>For loops for iteration, Switch for ingredient mapping.</a:t>
            </a:r>
          </a:p>
          <a:p>
            <a:pPr algn="l">
              <a:lnSpc>
                <a:spcPts val="4518"/>
              </a:lnSpc>
            </a:pPr>
            <a:endParaRPr lang="en-US" sz="3765" dirty="0">
              <a:solidFill>
                <a:srgbClr val="737373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12912" lvl="1" indent="-406456" algn="l">
              <a:lnSpc>
                <a:spcPts val="4518"/>
              </a:lnSpc>
              <a:buFont typeface="Arial"/>
              <a:buChar char="•"/>
            </a:pPr>
            <a:r>
              <a:rPr lang="en-US" sz="3765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Arrays: </a:t>
            </a:r>
            <a:r>
              <a:rPr lang="en-US" sz="3765" dirty="0">
                <a:solidFill>
                  <a:srgbClr val="737373"/>
                </a:solidFill>
                <a:latin typeface="Chewy"/>
                <a:ea typeface="Chewy"/>
                <a:cs typeface="Chewy"/>
                <a:sym typeface="Chewy"/>
              </a:rPr>
              <a:t>To store days, meal options, and final selections.</a:t>
            </a:r>
          </a:p>
          <a:p>
            <a:pPr algn="l">
              <a:lnSpc>
                <a:spcPts val="4518"/>
              </a:lnSpc>
            </a:pPr>
            <a:endParaRPr lang="en-US" sz="3765" dirty="0">
              <a:solidFill>
                <a:srgbClr val="737373"/>
              </a:solidFill>
              <a:latin typeface="Chewy"/>
              <a:ea typeface="Chewy"/>
              <a:cs typeface="Chewy"/>
              <a:sym typeface="Chewy"/>
            </a:endParaRPr>
          </a:p>
          <a:p>
            <a:pPr marL="812912" lvl="1" indent="-406456" algn="l">
              <a:lnSpc>
                <a:spcPts val="4518"/>
              </a:lnSpc>
              <a:buFont typeface="Arial"/>
              <a:buChar char="•"/>
            </a:pPr>
            <a:r>
              <a:rPr lang="en-US" sz="3765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Format Specifiers: </a:t>
            </a:r>
            <a:r>
              <a:rPr lang="en-US" sz="3765" dirty="0">
                <a:solidFill>
                  <a:srgbClr val="737373"/>
                </a:solidFill>
                <a:latin typeface="Chewy"/>
                <a:ea typeface="Chewy"/>
                <a:cs typeface="Chewy"/>
                <a:sym typeface="Chewy"/>
              </a:rPr>
              <a:t>For neat console output.</a:t>
            </a:r>
          </a:p>
          <a:p>
            <a:pPr algn="l">
              <a:lnSpc>
                <a:spcPts val="4518"/>
              </a:lnSpc>
            </a:pPr>
            <a:endParaRPr lang="en-US" sz="3765" dirty="0">
              <a:solidFill>
                <a:srgbClr val="737373"/>
              </a:solidFill>
              <a:latin typeface="Chewy"/>
              <a:ea typeface="Chewy"/>
              <a:cs typeface="Chewy"/>
              <a:sym typeface="Chew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92404" y="-1921324"/>
            <a:ext cx="2579378" cy="3842649"/>
          </a:xfrm>
          <a:custGeom>
            <a:avLst/>
            <a:gdLst/>
            <a:ahLst/>
            <a:cxnLst/>
            <a:rect l="l" t="t" r="r" b="b"/>
            <a:pathLst>
              <a:path w="2579378" h="3842649">
                <a:moveTo>
                  <a:pt x="0" y="0"/>
                </a:moveTo>
                <a:lnTo>
                  <a:pt x="2579378" y="0"/>
                </a:lnTo>
                <a:lnTo>
                  <a:pt x="2579378" y="3842648"/>
                </a:lnTo>
                <a:lnTo>
                  <a:pt x="0" y="3842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036463">
            <a:off x="16885501" y="2973631"/>
            <a:ext cx="4172562" cy="3671407"/>
          </a:xfrm>
          <a:custGeom>
            <a:avLst/>
            <a:gdLst/>
            <a:ahLst/>
            <a:cxnLst/>
            <a:rect l="l" t="t" r="r" b="b"/>
            <a:pathLst>
              <a:path w="4172562" h="3671407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67786" y="7809398"/>
            <a:ext cx="2703995" cy="4535002"/>
          </a:xfrm>
          <a:custGeom>
            <a:avLst/>
            <a:gdLst/>
            <a:ahLst/>
            <a:cxnLst/>
            <a:rect l="l" t="t" r="r" b="b"/>
            <a:pathLst>
              <a:path w="2703995" h="4535002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336885" y="9132597"/>
            <a:ext cx="3982597" cy="3751079"/>
          </a:xfrm>
          <a:custGeom>
            <a:avLst/>
            <a:gdLst/>
            <a:ahLst/>
            <a:cxnLst/>
            <a:rect l="l" t="t" r="r" b="b"/>
            <a:pathLst>
              <a:path w="3982597" h="3751079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191489" y="5767876"/>
            <a:ext cx="2220189" cy="2619692"/>
          </a:xfrm>
          <a:custGeom>
            <a:avLst/>
            <a:gdLst/>
            <a:ahLst/>
            <a:cxnLst/>
            <a:rect l="l" t="t" r="r" b="b"/>
            <a:pathLst>
              <a:path w="2220189" h="2619692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4318883">
            <a:off x="-1907347" y="2009534"/>
            <a:ext cx="3456470" cy="3041323"/>
          </a:xfrm>
          <a:custGeom>
            <a:avLst/>
            <a:gdLst/>
            <a:ahLst/>
            <a:cxnLst/>
            <a:rect l="l" t="t" r="r" b="b"/>
            <a:pathLst>
              <a:path w="3456470" h="3041323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4318883">
            <a:off x="-1754947" y="2161934"/>
            <a:ext cx="3456470" cy="3041323"/>
          </a:xfrm>
          <a:custGeom>
            <a:avLst/>
            <a:gdLst/>
            <a:ahLst/>
            <a:cxnLst/>
            <a:rect l="l" t="t" r="r" b="b"/>
            <a:pathLst>
              <a:path w="3456470" h="3041323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500836" y="-819400"/>
            <a:ext cx="3310792" cy="2110630"/>
          </a:xfrm>
          <a:custGeom>
            <a:avLst/>
            <a:gdLst/>
            <a:ahLst/>
            <a:cxnLst/>
            <a:rect l="l" t="t" r="r" b="b"/>
            <a:pathLst>
              <a:path w="3310792" h="2110630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54558" y="1406815"/>
            <a:ext cx="5932041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 dirty="0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 CO ATTAINMENTS: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459911" y="1291230"/>
            <a:ext cx="5785457" cy="1514187"/>
            <a:chOff x="-464020" y="989405"/>
            <a:chExt cx="6855912" cy="2018916"/>
          </a:xfrm>
        </p:grpSpPr>
        <p:sp>
          <p:nvSpPr>
            <p:cNvPr id="12" name="Freeform 12"/>
            <p:cNvSpPr/>
            <p:nvPr/>
          </p:nvSpPr>
          <p:spPr>
            <a:xfrm>
              <a:off x="-464020" y="989405"/>
              <a:ext cx="6855912" cy="2018916"/>
            </a:xfrm>
            <a:custGeom>
              <a:avLst/>
              <a:gdLst/>
              <a:ahLst/>
              <a:cxnLst/>
              <a:rect l="l" t="t" r="r" b="b"/>
              <a:pathLst>
                <a:path w="6855912" h="2018916">
                  <a:moveTo>
                    <a:pt x="6632037" y="31750"/>
                  </a:moveTo>
                  <a:cubicBezTo>
                    <a:pt x="6807297" y="383540"/>
                    <a:pt x="6819997" y="447040"/>
                    <a:pt x="6832697" y="519430"/>
                  </a:cubicBezTo>
                  <a:cubicBezTo>
                    <a:pt x="6846667" y="596900"/>
                    <a:pt x="6858097" y="679450"/>
                    <a:pt x="6855557" y="760730"/>
                  </a:cubicBezTo>
                  <a:cubicBezTo>
                    <a:pt x="6851747" y="842010"/>
                    <a:pt x="6837777" y="925830"/>
                    <a:pt x="6813647" y="1008380"/>
                  </a:cubicBezTo>
                  <a:cubicBezTo>
                    <a:pt x="6789517" y="1094740"/>
                    <a:pt x="6748877" y="1192530"/>
                    <a:pt x="6706967" y="1266190"/>
                  </a:cubicBezTo>
                  <a:cubicBezTo>
                    <a:pt x="6670137" y="1330960"/>
                    <a:pt x="6628227" y="1379220"/>
                    <a:pt x="6582507" y="1432560"/>
                  </a:cubicBezTo>
                  <a:cubicBezTo>
                    <a:pt x="6535517" y="1487170"/>
                    <a:pt x="6487257" y="1540510"/>
                    <a:pt x="6428837" y="1588770"/>
                  </a:cubicBezTo>
                  <a:cubicBezTo>
                    <a:pt x="6365337" y="1642110"/>
                    <a:pt x="6298027" y="1685290"/>
                    <a:pt x="6210397" y="1734820"/>
                  </a:cubicBezTo>
                  <a:cubicBezTo>
                    <a:pt x="6091017" y="1799590"/>
                    <a:pt x="5933537" y="1888490"/>
                    <a:pt x="5772247" y="1934210"/>
                  </a:cubicBezTo>
                  <a:cubicBezTo>
                    <a:pt x="5594447" y="1986280"/>
                    <a:pt x="5356957" y="2001520"/>
                    <a:pt x="5185507" y="2012950"/>
                  </a:cubicBezTo>
                  <a:cubicBezTo>
                    <a:pt x="5053427" y="2023110"/>
                    <a:pt x="4965797" y="2018030"/>
                    <a:pt x="4831177" y="2014220"/>
                  </a:cubicBezTo>
                  <a:cubicBezTo>
                    <a:pt x="4657187" y="2010410"/>
                    <a:pt x="4471767" y="2002790"/>
                    <a:pt x="4227927" y="1985010"/>
                  </a:cubicBezTo>
                  <a:cubicBezTo>
                    <a:pt x="3854547" y="1959610"/>
                    <a:pt x="3237327" y="1880870"/>
                    <a:pt x="2808067" y="1855470"/>
                  </a:cubicBezTo>
                  <a:cubicBezTo>
                    <a:pt x="2455007" y="1833880"/>
                    <a:pt x="2131157" y="1831340"/>
                    <a:pt x="1837787" y="1828800"/>
                  </a:cubicBezTo>
                  <a:cubicBezTo>
                    <a:pt x="1595217" y="1827530"/>
                    <a:pt x="1389477" y="1824990"/>
                    <a:pt x="1171037" y="1838960"/>
                  </a:cubicBezTo>
                  <a:cubicBezTo>
                    <a:pt x="958947" y="1850390"/>
                    <a:pt x="743047" y="1879600"/>
                    <a:pt x="548737" y="1903730"/>
                  </a:cubicBezTo>
                  <a:cubicBezTo>
                    <a:pt x="377287" y="1924050"/>
                    <a:pt x="134717" y="1973580"/>
                    <a:pt x="66137" y="1972310"/>
                  </a:cubicBezTo>
                  <a:cubicBezTo>
                    <a:pt x="47087" y="1972310"/>
                    <a:pt x="39467" y="1972310"/>
                    <a:pt x="29307" y="1965960"/>
                  </a:cubicBezTo>
                  <a:cubicBezTo>
                    <a:pt x="17877" y="1957070"/>
                    <a:pt x="2637" y="1936750"/>
                    <a:pt x="97" y="1920240"/>
                  </a:cubicBezTo>
                  <a:cubicBezTo>
                    <a:pt x="-1173" y="1905000"/>
                    <a:pt x="10257" y="1882140"/>
                    <a:pt x="21687" y="1871980"/>
                  </a:cubicBezTo>
                  <a:cubicBezTo>
                    <a:pt x="30577" y="1863090"/>
                    <a:pt x="43277" y="1858010"/>
                    <a:pt x="55977" y="1858010"/>
                  </a:cubicBezTo>
                  <a:cubicBezTo>
                    <a:pt x="69947" y="1859280"/>
                    <a:pt x="94077" y="1869440"/>
                    <a:pt x="104237" y="1882140"/>
                  </a:cubicBezTo>
                  <a:cubicBezTo>
                    <a:pt x="113127" y="1894840"/>
                    <a:pt x="115667" y="1920240"/>
                    <a:pt x="111857" y="1935480"/>
                  </a:cubicBezTo>
                  <a:cubicBezTo>
                    <a:pt x="108047" y="1946910"/>
                    <a:pt x="97887" y="1957070"/>
                    <a:pt x="88997" y="1963420"/>
                  </a:cubicBezTo>
                  <a:cubicBezTo>
                    <a:pt x="78837" y="1969770"/>
                    <a:pt x="64867" y="1974850"/>
                    <a:pt x="53437" y="1972310"/>
                  </a:cubicBezTo>
                  <a:cubicBezTo>
                    <a:pt x="38197" y="1969770"/>
                    <a:pt x="15337" y="1958340"/>
                    <a:pt x="7717" y="1944370"/>
                  </a:cubicBezTo>
                  <a:cubicBezTo>
                    <a:pt x="97" y="1930400"/>
                    <a:pt x="-1173" y="1905000"/>
                    <a:pt x="6447" y="1891030"/>
                  </a:cubicBezTo>
                  <a:cubicBezTo>
                    <a:pt x="12797" y="1877060"/>
                    <a:pt x="25497" y="1869440"/>
                    <a:pt x="49627" y="1859280"/>
                  </a:cubicBezTo>
                  <a:cubicBezTo>
                    <a:pt x="122017" y="1828800"/>
                    <a:pt x="363317" y="1811020"/>
                    <a:pt x="537307" y="1789430"/>
                  </a:cubicBezTo>
                  <a:cubicBezTo>
                    <a:pt x="734157" y="1765300"/>
                    <a:pt x="955137" y="1736090"/>
                    <a:pt x="1169767" y="1724660"/>
                  </a:cubicBezTo>
                  <a:cubicBezTo>
                    <a:pt x="1389477" y="1710690"/>
                    <a:pt x="1595217" y="1713230"/>
                    <a:pt x="1840327" y="1714500"/>
                  </a:cubicBezTo>
                  <a:cubicBezTo>
                    <a:pt x="2134967" y="1717040"/>
                    <a:pt x="2461357" y="1719580"/>
                    <a:pt x="2816957" y="1741170"/>
                  </a:cubicBezTo>
                  <a:cubicBezTo>
                    <a:pt x="3246217" y="1766570"/>
                    <a:pt x="3862167" y="1845310"/>
                    <a:pt x="4234277" y="1870710"/>
                  </a:cubicBezTo>
                  <a:cubicBezTo>
                    <a:pt x="4475577" y="1888490"/>
                    <a:pt x="4659727" y="1896110"/>
                    <a:pt x="4831177" y="1899920"/>
                  </a:cubicBezTo>
                  <a:cubicBezTo>
                    <a:pt x="4960717" y="1903730"/>
                    <a:pt x="5045807" y="1907540"/>
                    <a:pt x="5174077" y="1899920"/>
                  </a:cubicBezTo>
                  <a:cubicBezTo>
                    <a:pt x="5336637" y="1888490"/>
                    <a:pt x="5560157" y="1875790"/>
                    <a:pt x="5729067" y="1828800"/>
                  </a:cubicBezTo>
                  <a:cubicBezTo>
                    <a:pt x="5881467" y="1784350"/>
                    <a:pt x="6035137" y="1699260"/>
                    <a:pt x="6146897" y="1638300"/>
                  </a:cubicBezTo>
                  <a:cubicBezTo>
                    <a:pt x="6228177" y="1593850"/>
                    <a:pt x="6287867" y="1555750"/>
                    <a:pt x="6347557" y="1507490"/>
                  </a:cubicBezTo>
                  <a:cubicBezTo>
                    <a:pt x="6402167" y="1463040"/>
                    <a:pt x="6446617" y="1410970"/>
                    <a:pt x="6489797" y="1362710"/>
                  </a:cubicBezTo>
                  <a:cubicBezTo>
                    <a:pt x="6530437" y="1315720"/>
                    <a:pt x="6567267" y="1276350"/>
                    <a:pt x="6600287" y="1220470"/>
                  </a:cubicBezTo>
                  <a:cubicBezTo>
                    <a:pt x="6638387" y="1154430"/>
                    <a:pt x="6675217" y="1065530"/>
                    <a:pt x="6698077" y="988060"/>
                  </a:cubicBezTo>
                  <a:cubicBezTo>
                    <a:pt x="6719667" y="915670"/>
                    <a:pt x="6733637" y="843280"/>
                    <a:pt x="6736177" y="769620"/>
                  </a:cubicBezTo>
                  <a:cubicBezTo>
                    <a:pt x="6739987" y="697230"/>
                    <a:pt x="6728557" y="618490"/>
                    <a:pt x="6715857" y="549910"/>
                  </a:cubicBezTo>
                  <a:cubicBezTo>
                    <a:pt x="6704427" y="485140"/>
                    <a:pt x="6695537" y="431800"/>
                    <a:pt x="6670137" y="365760"/>
                  </a:cubicBezTo>
                  <a:cubicBezTo>
                    <a:pt x="6635847" y="279400"/>
                    <a:pt x="6527897" y="132080"/>
                    <a:pt x="6516467" y="77470"/>
                  </a:cubicBezTo>
                  <a:cubicBezTo>
                    <a:pt x="6512657" y="57150"/>
                    <a:pt x="6515197" y="45720"/>
                    <a:pt x="6521547" y="33020"/>
                  </a:cubicBezTo>
                  <a:cubicBezTo>
                    <a:pt x="6527897" y="21590"/>
                    <a:pt x="6541867" y="8890"/>
                    <a:pt x="6554567" y="3810"/>
                  </a:cubicBezTo>
                  <a:cubicBezTo>
                    <a:pt x="6567267" y="-1270"/>
                    <a:pt x="6586317" y="-1270"/>
                    <a:pt x="6599017" y="3810"/>
                  </a:cubicBezTo>
                  <a:cubicBezTo>
                    <a:pt x="6611717" y="7620"/>
                    <a:pt x="6632037" y="31750"/>
                    <a:pt x="6632037" y="31750"/>
                  </a:cubicBezTo>
                </a:path>
              </a:pathLst>
            </a:custGeom>
            <a:solidFill>
              <a:srgbClr val="F47E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78994" y="2980931"/>
            <a:ext cx="14930012" cy="600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</a:pPr>
            <a:r>
              <a:rPr lang="en-US" sz="445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CO-1 :</a:t>
            </a:r>
          </a:p>
          <a:p>
            <a:pPr algn="ctr">
              <a:lnSpc>
                <a:spcPts val="5345"/>
              </a:lnSpc>
            </a:pPr>
            <a:r>
              <a:rPr lang="en-US" sz="4454" dirty="0">
                <a:solidFill>
                  <a:srgbClr val="737373"/>
                </a:solidFill>
                <a:latin typeface="Chewy"/>
                <a:ea typeface="Chewy"/>
                <a:cs typeface="Chewy"/>
                <a:sym typeface="Chewy"/>
              </a:rPr>
              <a:t>Operators (Arithmetic, Relational, Logical, Ternary), Scanner class, Format Specifiers.</a:t>
            </a:r>
          </a:p>
          <a:p>
            <a:pPr algn="ctr">
              <a:lnSpc>
                <a:spcPts val="5345"/>
              </a:lnSpc>
            </a:pPr>
            <a:endParaRPr lang="en-US" sz="4454" dirty="0">
              <a:solidFill>
                <a:srgbClr val="737373"/>
              </a:solidFill>
              <a:latin typeface="Chewy"/>
              <a:ea typeface="Chewy"/>
              <a:cs typeface="Chewy"/>
              <a:sym typeface="Chewy"/>
            </a:endParaRPr>
          </a:p>
          <a:p>
            <a:pPr algn="ctr">
              <a:lnSpc>
                <a:spcPts val="5345"/>
              </a:lnSpc>
            </a:pPr>
            <a:r>
              <a:rPr lang="en-US" sz="445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CO-2:</a:t>
            </a:r>
          </a:p>
          <a:p>
            <a:pPr algn="ctr">
              <a:lnSpc>
                <a:spcPts val="5345"/>
              </a:lnSpc>
            </a:pPr>
            <a:r>
              <a:rPr lang="en-US" sz="4454" dirty="0">
                <a:solidFill>
                  <a:srgbClr val="737373"/>
                </a:solidFill>
                <a:latin typeface="Chewy"/>
                <a:ea typeface="Chewy"/>
                <a:cs typeface="Chewy"/>
                <a:sym typeface="Chewy"/>
              </a:rPr>
              <a:t>Conditional Statements (Switch case), Loops (For loop).</a:t>
            </a:r>
          </a:p>
          <a:p>
            <a:pPr algn="ctr">
              <a:lnSpc>
                <a:spcPts val="5345"/>
              </a:lnSpc>
            </a:pPr>
            <a:endParaRPr lang="en-US" sz="4454" dirty="0">
              <a:solidFill>
                <a:srgbClr val="737373"/>
              </a:solidFill>
              <a:latin typeface="Chewy"/>
              <a:ea typeface="Chewy"/>
              <a:cs typeface="Chewy"/>
              <a:sym typeface="Chewy"/>
            </a:endParaRPr>
          </a:p>
          <a:p>
            <a:pPr algn="ctr">
              <a:lnSpc>
                <a:spcPts val="4625"/>
              </a:lnSpc>
            </a:pPr>
            <a:r>
              <a:rPr lang="en-US" sz="3854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CO-3:</a:t>
            </a:r>
          </a:p>
          <a:p>
            <a:pPr algn="ctr">
              <a:lnSpc>
                <a:spcPts val="5345"/>
              </a:lnSpc>
              <a:spcBef>
                <a:spcPct val="0"/>
              </a:spcBef>
            </a:pPr>
            <a:r>
              <a:rPr lang="en-US" sz="4454" dirty="0">
                <a:solidFill>
                  <a:srgbClr val="737373"/>
                </a:solidFill>
                <a:latin typeface="Chewy"/>
                <a:ea typeface="Chewy"/>
                <a:cs typeface="Chewy"/>
                <a:sym typeface="Chewy"/>
              </a:rPr>
              <a:t>Arrays(1-D).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F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92404" y="-1921324"/>
            <a:ext cx="2579378" cy="3842649"/>
          </a:xfrm>
          <a:custGeom>
            <a:avLst/>
            <a:gdLst/>
            <a:ahLst/>
            <a:cxnLst/>
            <a:rect l="l" t="t" r="r" b="b"/>
            <a:pathLst>
              <a:path w="2579378" h="3842649">
                <a:moveTo>
                  <a:pt x="0" y="0"/>
                </a:moveTo>
                <a:lnTo>
                  <a:pt x="2579378" y="0"/>
                </a:lnTo>
                <a:lnTo>
                  <a:pt x="2579378" y="3842648"/>
                </a:lnTo>
                <a:lnTo>
                  <a:pt x="0" y="3842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036463">
            <a:off x="16885501" y="2973631"/>
            <a:ext cx="4172562" cy="3671407"/>
          </a:xfrm>
          <a:custGeom>
            <a:avLst/>
            <a:gdLst/>
            <a:ahLst/>
            <a:cxnLst/>
            <a:rect l="l" t="t" r="r" b="b"/>
            <a:pathLst>
              <a:path w="4172562" h="3671407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67786" y="7809398"/>
            <a:ext cx="2703995" cy="4535002"/>
          </a:xfrm>
          <a:custGeom>
            <a:avLst/>
            <a:gdLst/>
            <a:ahLst/>
            <a:cxnLst/>
            <a:rect l="l" t="t" r="r" b="b"/>
            <a:pathLst>
              <a:path w="2703995" h="4535002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336885" y="9132597"/>
            <a:ext cx="3982597" cy="3751079"/>
          </a:xfrm>
          <a:custGeom>
            <a:avLst/>
            <a:gdLst/>
            <a:ahLst/>
            <a:cxnLst/>
            <a:rect l="l" t="t" r="r" b="b"/>
            <a:pathLst>
              <a:path w="3982597" h="3751079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191489" y="5767876"/>
            <a:ext cx="2220189" cy="2619692"/>
          </a:xfrm>
          <a:custGeom>
            <a:avLst/>
            <a:gdLst/>
            <a:ahLst/>
            <a:cxnLst/>
            <a:rect l="l" t="t" r="r" b="b"/>
            <a:pathLst>
              <a:path w="2220189" h="2619692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4318883">
            <a:off x="-1907347" y="2009534"/>
            <a:ext cx="3456470" cy="3041323"/>
          </a:xfrm>
          <a:custGeom>
            <a:avLst/>
            <a:gdLst/>
            <a:ahLst/>
            <a:cxnLst/>
            <a:rect l="l" t="t" r="r" b="b"/>
            <a:pathLst>
              <a:path w="3456470" h="3041323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4318883">
            <a:off x="-1754947" y="2161934"/>
            <a:ext cx="3456470" cy="3041323"/>
          </a:xfrm>
          <a:custGeom>
            <a:avLst/>
            <a:gdLst/>
            <a:ahLst/>
            <a:cxnLst/>
            <a:rect l="l" t="t" r="r" b="b"/>
            <a:pathLst>
              <a:path w="3456470" h="3041323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755533" y="4324886"/>
            <a:ext cx="3596925" cy="5962114"/>
          </a:xfrm>
          <a:custGeom>
            <a:avLst/>
            <a:gdLst/>
            <a:ahLst/>
            <a:cxnLst/>
            <a:rect l="l" t="t" r="r" b="b"/>
            <a:pathLst>
              <a:path w="3596925" h="5962114">
                <a:moveTo>
                  <a:pt x="0" y="0"/>
                </a:moveTo>
                <a:lnTo>
                  <a:pt x="3596925" y="0"/>
                </a:lnTo>
                <a:lnTo>
                  <a:pt x="3596925" y="5962114"/>
                </a:lnTo>
                <a:lnTo>
                  <a:pt x="0" y="59621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31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658879" y="4578181"/>
            <a:ext cx="8023213" cy="5825949"/>
          </a:xfrm>
          <a:custGeom>
            <a:avLst/>
            <a:gdLst/>
            <a:ahLst/>
            <a:cxnLst/>
            <a:rect l="l" t="t" r="r" b="b"/>
            <a:pathLst>
              <a:path w="8023213" h="5825949">
                <a:moveTo>
                  <a:pt x="0" y="0"/>
                </a:moveTo>
                <a:lnTo>
                  <a:pt x="8023214" y="0"/>
                </a:lnTo>
                <a:lnTo>
                  <a:pt x="8023214" y="5825949"/>
                </a:lnTo>
                <a:lnTo>
                  <a:pt x="0" y="5825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7" r="-2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50216" y="1023288"/>
            <a:ext cx="2259740" cy="6455324"/>
          </a:xfrm>
          <a:custGeom>
            <a:avLst/>
            <a:gdLst/>
            <a:ahLst/>
            <a:cxnLst/>
            <a:rect l="l" t="t" r="r" b="b"/>
            <a:pathLst>
              <a:path w="2259740" h="6455324">
                <a:moveTo>
                  <a:pt x="0" y="0"/>
                </a:moveTo>
                <a:lnTo>
                  <a:pt x="2259739" y="0"/>
                </a:lnTo>
                <a:lnTo>
                  <a:pt x="2259739" y="6455324"/>
                </a:lnTo>
                <a:lnTo>
                  <a:pt x="0" y="64553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316224" y="1010745"/>
            <a:ext cx="2132887" cy="6480410"/>
          </a:xfrm>
          <a:custGeom>
            <a:avLst/>
            <a:gdLst/>
            <a:ahLst/>
            <a:cxnLst/>
            <a:rect l="l" t="t" r="r" b="b"/>
            <a:pathLst>
              <a:path w="2132887" h="6480410">
                <a:moveTo>
                  <a:pt x="0" y="0"/>
                </a:moveTo>
                <a:lnTo>
                  <a:pt x="2132887" y="0"/>
                </a:lnTo>
                <a:lnTo>
                  <a:pt x="2132887" y="6480410"/>
                </a:lnTo>
                <a:lnTo>
                  <a:pt x="0" y="64804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953936" y="1028700"/>
            <a:ext cx="2105107" cy="3240205"/>
          </a:xfrm>
          <a:custGeom>
            <a:avLst/>
            <a:gdLst/>
            <a:ahLst/>
            <a:cxnLst/>
            <a:rect l="l" t="t" r="r" b="b"/>
            <a:pathLst>
              <a:path w="2105107" h="3240205">
                <a:moveTo>
                  <a:pt x="0" y="0"/>
                </a:moveTo>
                <a:lnTo>
                  <a:pt x="2105107" y="0"/>
                </a:lnTo>
                <a:lnTo>
                  <a:pt x="2105107" y="3240205"/>
                </a:lnTo>
                <a:lnTo>
                  <a:pt x="0" y="32402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-997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563868" y="1032863"/>
            <a:ext cx="2105107" cy="3236042"/>
          </a:xfrm>
          <a:custGeom>
            <a:avLst/>
            <a:gdLst/>
            <a:ahLst/>
            <a:cxnLst/>
            <a:rect l="l" t="t" r="r" b="b"/>
            <a:pathLst>
              <a:path w="2105107" h="3236042">
                <a:moveTo>
                  <a:pt x="0" y="0"/>
                </a:moveTo>
                <a:lnTo>
                  <a:pt x="2105107" y="0"/>
                </a:lnTo>
                <a:lnTo>
                  <a:pt x="2105107" y="3236042"/>
                </a:lnTo>
                <a:lnTo>
                  <a:pt x="0" y="32360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10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173800" y="1094739"/>
            <a:ext cx="1854052" cy="3230146"/>
          </a:xfrm>
          <a:custGeom>
            <a:avLst/>
            <a:gdLst/>
            <a:ahLst/>
            <a:cxnLst/>
            <a:rect l="l" t="t" r="r" b="b"/>
            <a:pathLst>
              <a:path w="1854052" h="3230146">
                <a:moveTo>
                  <a:pt x="0" y="0"/>
                </a:moveTo>
                <a:lnTo>
                  <a:pt x="1854052" y="0"/>
                </a:lnTo>
                <a:lnTo>
                  <a:pt x="1854052" y="3230147"/>
                </a:lnTo>
                <a:lnTo>
                  <a:pt x="0" y="32301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-1023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90614" y="-114008"/>
            <a:ext cx="275416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OUTPUT: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124448" y="-491674"/>
            <a:ext cx="3784283" cy="1698308"/>
            <a:chOff x="0" y="0"/>
            <a:chExt cx="5045710" cy="2264410"/>
          </a:xfrm>
        </p:grpSpPr>
        <p:sp>
          <p:nvSpPr>
            <p:cNvPr id="18" name="Freeform 18"/>
            <p:cNvSpPr/>
            <p:nvPr/>
          </p:nvSpPr>
          <p:spPr>
            <a:xfrm>
              <a:off x="49030" y="50004"/>
              <a:ext cx="4945736" cy="2163395"/>
            </a:xfrm>
            <a:custGeom>
              <a:avLst/>
              <a:gdLst/>
              <a:ahLst/>
              <a:cxnLst/>
              <a:rect l="l" t="t" r="r" b="b"/>
              <a:pathLst>
                <a:path w="4945736" h="2163395">
                  <a:moveTo>
                    <a:pt x="4782050" y="43976"/>
                  </a:moveTo>
                  <a:cubicBezTo>
                    <a:pt x="4928100" y="643416"/>
                    <a:pt x="4940800" y="747556"/>
                    <a:pt x="4944610" y="833916"/>
                  </a:cubicBezTo>
                  <a:cubicBezTo>
                    <a:pt x="4947150" y="899956"/>
                    <a:pt x="4945880" y="949486"/>
                    <a:pt x="4935720" y="1007906"/>
                  </a:cubicBezTo>
                  <a:cubicBezTo>
                    <a:pt x="4925560" y="1071406"/>
                    <a:pt x="4905240" y="1137446"/>
                    <a:pt x="4881110" y="1202216"/>
                  </a:cubicBezTo>
                  <a:cubicBezTo>
                    <a:pt x="4855710" y="1272066"/>
                    <a:pt x="4821420" y="1345726"/>
                    <a:pt x="4782050" y="1410496"/>
                  </a:cubicBezTo>
                  <a:cubicBezTo>
                    <a:pt x="4743950" y="1473996"/>
                    <a:pt x="4693150" y="1538766"/>
                    <a:pt x="4649970" y="1590836"/>
                  </a:cubicBezTo>
                  <a:cubicBezTo>
                    <a:pt x="4613140" y="1634016"/>
                    <a:pt x="4581390" y="1670846"/>
                    <a:pt x="4542020" y="1705136"/>
                  </a:cubicBezTo>
                  <a:cubicBezTo>
                    <a:pt x="4503920" y="1739426"/>
                    <a:pt x="4462010" y="1769906"/>
                    <a:pt x="4416290" y="1795306"/>
                  </a:cubicBezTo>
                  <a:cubicBezTo>
                    <a:pt x="4370570" y="1821976"/>
                    <a:pt x="4332470" y="1842296"/>
                    <a:pt x="4271510" y="1861346"/>
                  </a:cubicBezTo>
                  <a:cubicBezTo>
                    <a:pt x="4178800" y="1890556"/>
                    <a:pt x="4022590" y="1917226"/>
                    <a:pt x="3907020" y="1931196"/>
                  </a:cubicBezTo>
                  <a:cubicBezTo>
                    <a:pt x="3805420" y="1942626"/>
                    <a:pt x="3754620" y="1941356"/>
                    <a:pt x="3614920" y="1943896"/>
                  </a:cubicBezTo>
                  <a:cubicBezTo>
                    <a:pt x="3259320" y="1947706"/>
                    <a:pt x="2188710" y="1913416"/>
                    <a:pt x="1725160" y="1913416"/>
                  </a:cubicBezTo>
                  <a:cubicBezTo>
                    <a:pt x="1457190" y="1913416"/>
                    <a:pt x="1265420" y="1909606"/>
                    <a:pt x="1088890" y="1922306"/>
                  </a:cubicBezTo>
                  <a:cubicBezTo>
                    <a:pt x="960620" y="1931196"/>
                    <a:pt x="886960" y="1937546"/>
                    <a:pt x="758690" y="1962946"/>
                  </a:cubicBezTo>
                  <a:cubicBezTo>
                    <a:pt x="570730" y="2002316"/>
                    <a:pt x="173220" y="2157256"/>
                    <a:pt x="72890" y="2162336"/>
                  </a:cubicBezTo>
                  <a:cubicBezTo>
                    <a:pt x="46220" y="2163606"/>
                    <a:pt x="33520" y="2161066"/>
                    <a:pt x="20820" y="2152176"/>
                  </a:cubicBezTo>
                  <a:cubicBezTo>
                    <a:pt x="10660" y="2145826"/>
                    <a:pt x="3040" y="2134396"/>
                    <a:pt x="1770" y="2121696"/>
                  </a:cubicBezTo>
                  <a:cubicBezTo>
                    <a:pt x="-770" y="2107726"/>
                    <a:pt x="5580" y="2081056"/>
                    <a:pt x="14470" y="2069626"/>
                  </a:cubicBezTo>
                  <a:cubicBezTo>
                    <a:pt x="20820" y="2059466"/>
                    <a:pt x="34790" y="2054386"/>
                    <a:pt x="46220" y="2051846"/>
                  </a:cubicBezTo>
                  <a:cubicBezTo>
                    <a:pt x="57650" y="2049306"/>
                    <a:pt x="71620" y="2051846"/>
                    <a:pt x="81780" y="2056926"/>
                  </a:cubicBezTo>
                  <a:cubicBezTo>
                    <a:pt x="91940" y="2062006"/>
                    <a:pt x="102100" y="2072166"/>
                    <a:pt x="108450" y="2082326"/>
                  </a:cubicBezTo>
                  <a:cubicBezTo>
                    <a:pt x="113530" y="2092486"/>
                    <a:pt x="116070" y="2106456"/>
                    <a:pt x="112260" y="2119156"/>
                  </a:cubicBezTo>
                  <a:cubicBezTo>
                    <a:pt x="108450" y="2133126"/>
                    <a:pt x="93210" y="2154716"/>
                    <a:pt x="79240" y="2159796"/>
                  </a:cubicBezTo>
                  <a:cubicBezTo>
                    <a:pt x="65270" y="2166146"/>
                    <a:pt x="38600" y="2163606"/>
                    <a:pt x="25900" y="2155986"/>
                  </a:cubicBezTo>
                  <a:cubicBezTo>
                    <a:pt x="14470" y="2150906"/>
                    <a:pt x="6850" y="2138206"/>
                    <a:pt x="3040" y="2128046"/>
                  </a:cubicBezTo>
                  <a:cubicBezTo>
                    <a:pt x="-770" y="2116616"/>
                    <a:pt x="-770" y="2102646"/>
                    <a:pt x="1770" y="2091216"/>
                  </a:cubicBezTo>
                  <a:cubicBezTo>
                    <a:pt x="5580" y="2079786"/>
                    <a:pt x="9390" y="2072166"/>
                    <a:pt x="23360" y="2062006"/>
                  </a:cubicBezTo>
                  <a:cubicBezTo>
                    <a:pt x="70350" y="2027716"/>
                    <a:pt x="274820" y="1978186"/>
                    <a:pt x="398010" y="1942626"/>
                  </a:cubicBezTo>
                  <a:cubicBezTo>
                    <a:pt x="516120" y="1908336"/>
                    <a:pt x="629150" y="1872776"/>
                    <a:pt x="744720" y="1849916"/>
                  </a:cubicBezTo>
                  <a:cubicBezTo>
                    <a:pt x="857750" y="1828326"/>
                    <a:pt x="951730" y="1816896"/>
                    <a:pt x="1083810" y="1808006"/>
                  </a:cubicBezTo>
                  <a:cubicBezTo>
                    <a:pt x="1264150" y="1795306"/>
                    <a:pt x="1455920" y="1799116"/>
                    <a:pt x="1727700" y="1799116"/>
                  </a:cubicBezTo>
                  <a:cubicBezTo>
                    <a:pt x="2189980" y="1799116"/>
                    <a:pt x="3261860" y="1833406"/>
                    <a:pt x="3609840" y="1828326"/>
                  </a:cubicBezTo>
                  <a:cubicBezTo>
                    <a:pt x="3744460" y="1827056"/>
                    <a:pt x="3806690" y="1824516"/>
                    <a:pt x="3889240" y="1816896"/>
                  </a:cubicBezTo>
                  <a:cubicBezTo>
                    <a:pt x="3955280" y="1810546"/>
                    <a:pt x="4009890" y="1800386"/>
                    <a:pt x="4067040" y="1788956"/>
                  </a:cubicBezTo>
                  <a:cubicBezTo>
                    <a:pt x="4121650" y="1778796"/>
                    <a:pt x="4174990" y="1769906"/>
                    <a:pt x="4224520" y="1754666"/>
                  </a:cubicBezTo>
                  <a:cubicBezTo>
                    <a:pt x="4268970" y="1740696"/>
                    <a:pt x="4310880" y="1722916"/>
                    <a:pt x="4350250" y="1700056"/>
                  </a:cubicBezTo>
                  <a:cubicBezTo>
                    <a:pt x="4388350" y="1679736"/>
                    <a:pt x="4425180" y="1654336"/>
                    <a:pt x="4458200" y="1625126"/>
                  </a:cubicBezTo>
                  <a:cubicBezTo>
                    <a:pt x="4493760" y="1594646"/>
                    <a:pt x="4522970" y="1560356"/>
                    <a:pt x="4557260" y="1520986"/>
                  </a:cubicBezTo>
                  <a:cubicBezTo>
                    <a:pt x="4596630" y="1473996"/>
                    <a:pt x="4642350" y="1418116"/>
                    <a:pt x="4677910" y="1359696"/>
                  </a:cubicBezTo>
                  <a:cubicBezTo>
                    <a:pt x="4713470" y="1301276"/>
                    <a:pt x="4745220" y="1231426"/>
                    <a:pt x="4769350" y="1169196"/>
                  </a:cubicBezTo>
                  <a:cubicBezTo>
                    <a:pt x="4790940" y="1113316"/>
                    <a:pt x="4809990" y="1057436"/>
                    <a:pt x="4818880" y="1001556"/>
                  </a:cubicBezTo>
                  <a:cubicBezTo>
                    <a:pt x="4827770" y="949486"/>
                    <a:pt x="4827770" y="905036"/>
                    <a:pt x="4825230" y="844076"/>
                  </a:cubicBezTo>
                  <a:cubicBezTo>
                    <a:pt x="4822690" y="761526"/>
                    <a:pt x="4811260" y="663736"/>
                    <a:pt x="4790940" y="555786"/>
                  </a:cubicBezTo>
                  <a:cubicBezTo>
                    <a:pt x="4763000" y="412276"/>
                    <a:pt x="4658860" y="140496"/>
                    <a:pt x="4660130" y="65566"/>
                  </a:cubicBezTo>
                  <a:cubicBezTo>
                    <a:pt x="4660130" y="43976"/>
                    <a:pt x="4665210" y="35086"/>
                    <a:pt x="4674100" y="23656"/>
                  </a:cubicBezTo>
                  <a:cubicBezTo>
                    <a:pt x="4681720" y="12226"/>
                    <a:pt x="4698230" y="3336"/>
                    <a:pt x="4712200" y="796"/>
                  </a:cubicBezTo>
                  <a:cubicBezTo>
                    <a:pt x="4724900" y="-1744"/>
                    <a:pt x="4743950" y="2066"/>
                    <a:pt x="4755380" y="8416"/>
                  </a:cubicBezTo>
                  <a:cubicBezTo>
                    <a:pt x="4766810" y="16036"/>
                    <a:pt x="4782050" y="43976"/>
                    <a:pt x="4782050" y="43976"/>
                  </a:cubicBezTo>
                </a:path>
              </a:pathLst>
            </a:custGeom>
            <a:solidFill>
              <a:srgbClr val="F47E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2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8361" y="8787765"/>
            <a:ext cx="3402110" cy="3204337"/>
          </a:xfrm>
          <a:custGeom>
            <a:avLst/>
            <a:gdLst/>
            <a:ahLst/>
            <a:cxnLst/>
            <a:rect l="l" t="t" r="r" b="b"/>
            <a:pathLst>
              <a:path w="3402110" h="3204337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1892596" y="-3681644"/>
            <a:ext cx="2808543" cy="4710344"/>
          </a:xfrm>
          <a:custGeom>
            <a:avLst/>
            <a:gdLst/>
            <a:ahLst/>
            <a:cxnLst/>
            <a:rect l="l" t="t" r="r" b="b"/>
            <a:pathLst>
              <a:path w="2808543" h="4710344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21216" y="9140190"/>
            <a:ext cx="4370544" cy="1811789"/>
          </a:xfrm>
          <a:custGeom>
            <a:avLst/>
            <a:gdLst/>
            <a:ahLst/>
            <a:cxnLst/>
            <a:rect l="l" t="t" r="r" b="b"/>
            <a:pathLst>
              <a:path w="4370544" h="1811789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060629" y="-2180022"/>
            <a:ext cx="4397342" cy="3869189"/>
          </a:xfrm>
          <a:custGeom>
            <a:avLst/>
            <a:gdLst/>
            <a:ahLst/>
            <a:cxnLst/>
            <a:rect l="l" t="t" r="r" b="b"/>
            <a:pathLst>
              <a:path w="4397342" h="3869189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91200" y="4686300"/>
            <a:ext cx="6496399" cy="1551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14"/>
              </a:lnSpc>
              <a:spcBef>
                <a:spcPct val="0"/>
              </a:spcBef>
            </a:pPr>
            <a:r>
              <a:rPr lang="en-US" sz="10095" dirty="0">
                <a:solidFill>
                  <a:srgbClr val="000000"/>
                </a:solidFill>
                <a:latin typeface="Brusher"/>
                <a:ea typeface="Brusher"/>
                <a:cs typeface="Brusher"/>
                <a:sym typeface="Brush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463</Words>
  <Application>Microsoft Office PowerPoint</Application>
  <PresentationFormat>Custom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Chewy</vt:lpstr>
      <vt:lpstr>Calibri</vt:lpstr>
      <vt:lpstr>Open Sans Bold</vt:lpstr>
      <vt:lpstr>Brusher</vt:lpstr>
      <vt:lpstr>Arial</vt:lpstr>
      <vt:lpstr>Alex Brush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Java console program</dc:title>
  <cp:lastModifiedBy>ASOK KUMAR</cp:lastModifiedBy>
  <cp:revision>5</cp:revision>
  <dcterms:created xsi:type="dcterms:W3CDTF">2006-08-16T00:00:00Z</dcterms:created>
  <dcterms:modified xsi:type="dcterms:W3CDTF">2026-09-29T05:05:03Z</dcterms:modified>
  <dc:identifier>DAHWeNrUK2g</dc:identifier>
</cp:coreProperties>
</file>